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91" r:id="rId4"/>
    <p:sldId id="277" r:id="rId5"/>
    <p:sldId id="285" r:id="rId6"/>
    <p:sldId id="279" r:id="rId7"/>
    <p:sldId id="286" r:id="rId8"/>
    <p:sldId id="275" r:id="rId9"/>
    <p:sldId id="287" r:id="rId10"/>
    <p:sldId id="290" r:id="rId11"/>
    <p:sldId id="288" r:id="rId12"/>
    <p:sldId id="261" r:id="rId13"/>
    <p:sldId id="280" r:id="rId14"/>
    <p:sldId id="283" r:id="rId15"/>
    <p:sldId id="289" r:id="rId16"/>
    <p:sldId id="274" r:id="rId17"/>
    <p:sldId id="269" r:id="rId18"/>
  </p:sldIdLst>
  <p:sldSz cx="18288000" cy="10287000"/>
  <p:notesSz cx="6858000" cy="9144000"/>
  <p:embeddedFontLst>
    <p:embeddedFont>
      <p:font typeface="Source Han Sans JP" panose="020B0600070205080204" charset="-128"/>
      <p:regular r:id="rId20"/>
    </p:embeddedFont>
    <p:embeddedFont>
      <p:font typeface="Source Han Sans JP Bold" panose="020B0600070205080204" charset="-128"/>
      <p:regular r:id="rId21"/>
    </p:embeddedFont>
    <p:embeddedFont>
      <p:font typeface="Source Han Sans JP Medium" panose="020B0600070205080204" charset="-128"/>
      <p:regular r:id="rId22"/>
    </p:embeddedFont>
    <p:embeddedFont>
      <p:font typeface="Century Gothic Paneuropean" panose="020B0600070205080204" charset="0"/>
      <p:regular r:id="rId23"/>
    </p:embeddedFont>
    <p:embeddedFont>
      <p:font typeface="Now" panose="020B0600070205080204" charset="0"/>
      <p:regular r:id="rId24"/>
    </p:embeddedFont>
    <p:embeddedFont>
      <p:font typeface="Now Medium" panose="020B0600070205080204" charset="0"/>
      <p:regular r:id="rId25"/>
    </p:embeddedFont>
    <p:embeddedFont>
      <p:font typeface="游ゴシック" panose="020B0400000000000000" pitchFamily="50" charset="-128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A4A3"/>
    <a:srgbClr val="406D6C"/>
    <a:srgbClr val="FF0000"/>
    <a:srgbClr val="CC0000"/>
    <a:srgbClr val="6C8C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CCD46-D8A9-48BF-80B1-EE8269FF35F6}" v="27" dt="2024-07-18T04:24:03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7A4CCD46-D8A9-48BF-80B1-EE8269FF35F6}"/>
    <pc:docChg chg="undo custSel addSld delSld modSld sldOrd">
      <pc:chgData name="shibariku0623@icloud.com" userId="47b6e960b06a1f92" providerId="LiveId" clId="{7A4CCD46-D8A9-48BF-80B1-EE8269FF35F6}" dt="2024-07-18T04:24:21.361" v="1780" actId="1076"/>
      <pc:docMkLst>
        <pc:docMk/>
      </pc:docMkLst>
      <pc:sldChg chg="delSp modSp mod">
        <pc:chgData name="shibariku0623@icloud.com" userId="47b6e960b06a1f92" providerId="LiveId" clId="{7A4CCD46-D8A9-48BF-80B1-EE8269FF35F6}" dt="2024-07-18T04:03:52.814" v="1719" actId="1076"/>
        <pc:sldMkLst>
          <pc:docMk/>
          <pc:sldMk cId="0" sldId="256"/>
        </pc:sldMkLst>
        <pc:spChg chg="mod">
          <ac:chgData name="shibariku0623@icloud.com" userId="47b6e960b06a1f92" providerId="LiveId" clId="{7A4CCD46-D8A9-48BF-80B1-EE8269FF35F6}" dt="2024-07-11T05:11:51.934" v="41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8T04:03:52.814" v="1719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1T05:12:00.657" v="42" actId="1076"/>
          <ac:spMkLst>
            <pc:docMk/>
            <pc:sldMk cId="0" sldId="256"/>
            <ac:spMk id="20" creationId="{00000000-0000-0000-0000-000000000000}"/>
          </ac:spMkLst>
        </pc:spChg>
        <pc:grpChg chg="del">
          <ac:chgData name="shibariku0623@icloud.com" userId="47b6e960b06a1f92" providerId="LiveId" clId="{7A4CCD46-D8A9-48BF-80B1-EE8269FF35F6}" dt="2024-07-16T07:38:13.175" v="1334" actId="478"/>
          <ac:grpSpMkLst>
            <pc:docMk/>
            <pc:sldMk cId="0" sldId="256"/>
            <ac:grpSpMk id="31" creationId="{23D9C1AB-9A84-38E5-E5D2-98B96B4D9BB8}"/>
          </ac:grpSpMkLst>
        </pc:grpChg>
      </pc:sldChg>
      <pc:sldChg chg="modSp mod">
        <pc:chgData name="shibariku0623@icloud.com" userId="47b6e960b06a1f92" providerId="LiveId" clId="{7A4CCD46-D8A9-48BF-80B1-EE8269FF35F6}" dt="2024-07-18T04:00:38.196" v="1711" actId="207"/>
        <pc:sldMkLst>
          <pc:docMk/>
          <pc:sldMk cId="0" sldId="257"/>
        </pc:sldMkLst>
        <pc:spChg chg="mod">
          <ac:chgData name="shibariku0623@icloud.com" userId="47b6e960b06a1f92" providerId="LiveId" clId="{7A4CCD46-D8A9-48BF-80B1-EE8269FF35F6}" dt="2024-07-18T04:00:38.196" v="1711" actId="20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1T05:13:14.908" v="152" actId="20577"/>
          <ac:spMkLst>
            <pc:docMk/>
            <pc:sldMk cId="0" sldId="257"/>
            <ac:spMk id="23" creationId="{00000000-0000-0000-0000-000000000000}"/>
          </ac:spMkLst>
        </pc:spChg>
        <pc:grpChg chg="mod">
          <ac:chgData name="shibariku0623@icloud.com" userId="47b6e960b06a1f92" providerId="LiveId" clId="{7A4CCD46-D8A9-48BF-80B1-EE8269FF35F6}" dt="2024-07-11T05:13:21.476" v="153" actId="1076"/>
          <ac:grpSpMkLst>
            <pc:docMk/>
            <pc:sldMk cId="0" sldId="257"/>
            <ac:grpSpMk id="27" creationId="{CFCC6537-0657-C9F8-D676-784DA51D2742}"/>
          </ac:grpSpMkLst>
        </pc:grpChg>
      </pc:sldChg>
      <pc:sldChg chg="addSp delSp modSp mod">
        <pc:chgData name="shibariku0623@icloud.com" userId="47b6e960b06a1f92" providerId="LiveId" clId="{7A4CCD46-D8A9-48BF-80B1-EE8269FF35F6}" dt="2024-07-16T07:49:18.024" v="1413" actId="20577"/>
        <pc:sldMkLst>
          <pc:docMk/>
          <pc:sldMk cId="0" sldId="261"/>
        </pc:sldMkLst>
        <pc:spChg chg="add mod">
          <ac:chgData name="shibariku0623@icloud.com" userId="47b6e960b06a1f92" providerId="LiveId" clId="{7A4CCD46-D8A9-48BF-80B1-EE8269FF35F6}" dt="2024-07-16T07:49:18.024" v="1413" actId="20577"/>
          <ac:spMkLst>
            <pc:docMk/>
            <pc:sldMk cId="0" sldId="261"/>
            <ac:spMk id="22" creationId="{B71A6B8E-294D-EE08-6218-2AF1FD00A2B4}"/>
          </ac:spMkLst>
        </pc:spChg>
        <pc:spChg chg="mod">
          <ac:chgData name="shibariku0623@icloud.com" userId="47b6e960b06a1f92" providerId="LiveId" clId="{7A4CCD46-D8A9-48BF-80B1-EE8269FF35F6}" dt="2024-07-16T07:04:23.507" v="887" actId="20577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shibariku0623@icloud.com" userId="47b6e960b06a1f92" providerId="LiveId" clId="{7A4CCD46-D8A9-48BF-80B1-EE8269FF35F6}" dt="2024-07-16T07:45:47.032" v="1399" actId="1076"/>
          <ac:spMkLst>
            <pc:docMk/>
            <pc:sldMk cId="0" sldId="261"/>
            <ac:spMk id="27" creationId="{7AF6D7BA-BB76-42FA-E2DE-0C1AE045C409}"/>
          </ac:spMkLst>
        </pc:spChg>
        <pc:spChg chg="add mod">
          <ac:chgData name="shibariku0623@icloud.com" userId="47b6e960b06a1f92" providerId="LiveId" clId="{7A4CCD46-D8A9-48BF-80B1-EE8269FF35F6}" dt="2024-07-16T07:43:49.381" v="1384" actId="1076"/>
          <ac:spMkLst>
            <pc:docMk/>
            <pc:sldMk cId="0" sldId="261"/>
            <ac:spMk id="28" creationId="{0BF15AC2-6997-38A6-0430-180CB5700EE5}"/>
          </ac:spMkLst>
        </pc:spChg>
        <pc:spChg chg="del">
          <ac:chgData name="shibariku0623@icloud.com" userId="47b6e960b06a1f92" providerId="LiveId" clId="{7A4CCD46-D8A9-48BF-80B1-EE8269FF35F6}" dt="2024-07-16T07:22:28.750" v="968" actId="478"/>
          <ac:spMkLst>
            <pc:docMk/>
            <pc:sldMk cId="0" sldId="261"/>
            <ac:spMk id="32" creationId="{FB671932-2E81-B2B2-61F8-3577FE378E40}"/>
          </ac:spMkLst>
        </pc:spChg>
        <pc:spChg chg="del mod">
          <ac:chgData name="shibariku0623@icloud.com" userId="47b6e960b06a1f92" providerId="LiveId" clId="{7A4CCD46-D8A9-48BF-80B1-EE8269FF35F6}" dt="2024-07-16T07:22:26.250" v="967" actId="478"/>
          <ac:spMkLst>
            <pc:docMk/>
            <pc:sldMk cId="0" sldId="261"/>
            <ac:spMk id="33" creationId="{8A31463A-0E7B-C236-651B-455CE738459D}"/>
          </ac:spMkLst>
        </pc:spChg>
        <pc:picChg chg="add mod">
          <ac:chgData name="shibariku0623@icloud.com" userId="47b6e960b06a1f92" providerId="LiveId" clId="{7A4CCD46-D8A9-48BF-80B1-EE8269FF35F6}" dt="2024-07-16T07:23:11.460" v="975" actId="1076"/>
          <ac:picMkLst>
            <pc:docMk/>
            <pc:sldMk cId="0" sldId="261"/>
            <ac:picMk id="23" creationId="{7BDCB0AD-D2E5-DA1B-79DF-578ECA38796A}"/>
          </ac:picMkLst>
        </pc:picChg>
        <pc:picChg chg="add mod">
          <ac:chgData name="shibariku0623@icloud.com" userId="47b6e960b06a1f92" providerId="LiveId" clId="{7A4CCD46-D8A9-48BF-80B1-EE8269FF35F6}" dt="2024-07-16T07:23:11.460" v="975" actId="1076"/>
          <ac:picMkLst>
            <pc:docMk/>
            <pc:sldMk cId="0" sldId="261"/>
            <ac:picMk id="26" creationId="{60BDB8F7-0DBF-FB56-CA98-A06FA87C2B30}"/>
          </ac:picMkLst>
        </pc:picChg>
        <pc:picChg chg="del">
          <ac:chgData name="shibariku0623@icloud.com" userId="47b6e960b06a1f92" providerId="LiveId" clId="{7A4CCD46-D8A9-48BF-80B1-EE8269FF35F6}" dt="2024-07-16T07:07:51.705" v="897" actId="478"/>
          <ac:picMkLst>
            <pc:docMk/>
            <pc:sldMk cId="0" sldId="261"/>
            <ac:picMk id="31" creationId="{E91AA7CB-BB3E-EA18-1528-2C0717B50A11}"/>
          </ac:picMkLst>
        </pc:picChg>
      </pc:sldChg>
      <pc:sldChg chg="addSp delSp modSp del mod ord">
        <pc:chgData name="shibariku0623@icloud.com" userId="47b6e960b06a1f92" providerId="LiveId" clId="{7A4CCD46-D8A9-48BF-80B1-EE8269FF35F6}" dt="2024-07-16T07:03:32.467" v="878" actId="2696"/>
        <pc:sldMkLst>
          <pc:docMk/>
          <pc:sldMk cId="0" sldId="263"/>
        </pc:sldMkLst>
        <pc:spChg chg="mod">
          <ac:chgData name="shibariku0623@icloud.com" userId="47b6e960b06a1f92" providerId="LiveId" clId="{7A4CCD46-D8A9-48BF-80B1-EE8269FF35F6}" dt="2024-07-16T06:43:37.372" v="697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6T06:43:30.543" v="677" actId="20577"/>
          <ac:spMkLst>
            <pc:docMk/>
            <pc:sldMk cId="0" sldId="263"/>
            <ac:spMk id="24" creationId="{00000000-0000-0000-0000-000000000000}"/>
          </ac:spMkLst>
        </pc:spChg>
        <pc:spChg chg="del mod">
          <ac:chgData name="shibariku0623@icloud.com" userId="47b6e960b06a1f92" providerId="LiveId" clId="{7A4CCD46-D8A9-48BF-80B1-EE8269FF35F6}" dt="2024-07-11T05:23:30.335" v="585" actId="478"/>
          <ac:spMkLst>
            <pc:docMk/>
            <pc:sldMk cId="0" sldId="263"/>
            <ac:spMk id="25" creationId="{00000000-0000-0000-0000-000000000000}"/>
          </ac:spMkLst>
        </pc:spChg>
        <pc:spChg chg="del">
          <ac:chgData name="shibariku0623@icloud.com" userId="47b6e960b06a1f92" providerId="LiveId" clId="{7A4CCD46-D8A9-48BF-80B1-EE8269FF35F6}" dt="2024-07-11T05:21:03.641" v="538" actId="478"/>
          <ac:spMkLst>
            <pc:docMk/>
            <pc:sldMk cId="0" sldId="263"/>
            <ac:spMk id="30" creationId="{00000000-0000-0000-0000-000000000000}"/>
          </ac:spMkLst>
        </pc:spChg>
        <pc:spChg chg="del">
          <ac:chgData name="shibariku0623@icloud.com" userId="47b6e960b06a1f92" providerId="LiveId" clId="{7A4CCD46-D8A9-48BF-80B1-EE8269FF35F6}" dt="2024-07-11T05:21:29.437" v="541" actId="478"/>
          <ac:spMkLst>
            <pc:docMk/>
            <pc:sldMk cId="0" sldId="263"/>
            <ac:spMk id="31" creationId="{00000000-0000-0000-0000-000000000000}"/>
          </ac:spMkLst>
        </pc:spChg>
        <pc:spChg chg="del">
          <ac:chgData name="shibariku0623@icloud.com" userId="47b6e960b06a1f92" providerId="LiveId" clId="{7A4CCD46-D8A9-48BF-80B1-EE8269FF35F6}" dt="2024-07-11T05:21:29.437" v="541" actId="478"/>
          <ac:spMkLst>
            <pc:docMk/>
            <pc:sldMk cId="0" sldId="263"/>
            <ac:spMk id="37" creationId="{00000000-0000-0000-0000-000000000000}"/>
          </ac:spMkLst>
        </pc:spChg>
        <pc:spChg chg="del">
          <ac:chgData name="shibariku0623@icloud.com" userId="47b6e960b06a1f92" providerId="LiveId" clId="{7A4CCD46-D8A9-48BF-80B1-EE8269FF35F6}" dt="2024-07-11T05:21:29.437" v="541" actId="478"/>
          <ac:spMkLst>
            <pc:docMk/>
            <pc:sldMk cId="0" sldId="263"/>
            <ac:spMk id="43" creationId="{00000000-0000-0000-0000-000000000000}"/>
          </ac:spMkLst>
        </pc:spChg>
        <pc:spChg chg="mod topLvl">
          <ac:chgData name="shibariku0623@icloud.com" userId="47b6e960b06a1f92" providerId="LiveId" clId="{7A4CCD46-D8A9-48BF-80B1-EE8269FF35F6}" dt="2024-07-11T05:25:21.256" v="600" actId="1076"/>
          <ac:spMkLst>
            <pc:docMk/>
            <pc:sldMk cId="0" sldId="263"/>
            <ac:spMk id="44" creationId="{4F881383-1BF2-022C-A1A3-038BC473024D}"/>
          </ac:spMkLst>
        </pc:spChg>
        <pc:spChg chg="mod">
          <ac:chgData name="shibariku0623@icloud.com" userId="47b6e960b06a1f92" providerId="LiveId" clId="{7A4CCD46-D8A9-48BF-80B1-EE8269FF35F6}" dt="2024-07-11T05:22:50.712" v="579" actId="165"/>
          <ac:spMkLst>
            <pc:docMk/>
            <pc:sldMk cId="0" sldId="263"/>
            <ac:spMk id="45" creationId="{FC162968-2906-FE80-BFB3-062496A7AA4F}"/>
          </ac:spMkLst>
        </pc:spChg>
        <pc:spChg chg="mod">
          <ac:chgData name="shibariku0623@icloud.com" userId="47b6e960b06a1f92" providerId="LiveId" clId="{7A4CCD46-D8A9-48BF-80B1-EE8269FF35F6}" dt="2024-07-11T05:22:50.712" v="579" actId="165"/>
          <ac:spMkLst>
            <pc:docMk/>
            <pc:sldMk cId="0" sldId="263"/>
            <ac:spMk id="46" creationId="{1B2A27B1-7ED0-C88A-8598-7B941A669B23}"/>
          </ac:spMkLst>
        </pc:spChg>
        <pc:spChg chg="del">
          <ac:chgData name="shibariku0623@icloud.com" userId="47b6e960b06a1f92" providerId="LiveId" clId="{7A4CCD46-D8A9-48BF-80B1-EE8269FF35F6}" dt="2024-07-11T05:21:03.641" v="538" actId="478"/>
          <ac:spMkLst>
            <pc:docMk/>
            <pc:sldMk cId="0" sldId="263"/>
            <ac:spMk id="51" creationId="{2366EB72-173F-0D0C-9691-5DE1C13FB3FD}"/>
          </ac:spMkLst>
        </pc:spChg>
        <pc:spChg chg="del">
          <ac:chgData name="shibariku0623@icloud.com" userId="47b6e960b06a1f92" providerId="LiveId" clId="{7A4CCD46-D8A9-48BF-80B1-EE8269FF35F6}" dt="2024-07-11T05:21:03.641" v="538" actId="478"/>
          <ac:spMkLst>
            <pc:docMk/>
            <pc:sldMk cId="0" sldId="263"/>
            <ac:spMk id="52" creationId="{357D9A61-E98E-0289-2DFF-195099B8BB9C}"/>
          </ac:spMkLst>
        </pc:spChg>
        <pc:spChg chg="add mod">
          <ac:chgData name="shibariku0623@icloud.com" userId="47b6e960b06a1f92" providerId="LiveId" clId="{7A4CCD46-D8A9-48BF-80B1-EE8269FF35F6}" dt="2024-07-11T05:25:06.928" v="597" actId="1076"/>
          <ac:spMkLst>
            <pc:docMk/>
            <pc:sldMk cId="0" sldId="263"/>
            <ac:spMk id="54" creationId="{D3F676AD-850D-233B-3F16-38C84A06A21A}"/>
          </ac:spMkLst>
        </pc:spChg>
        <pc:spChg chg="add mod">
          <ac:chgData name="shibariku0623@icloud.com" userId="47b6e960b06a1f92" providerId="LiveId" clId="{7A4CCD46-D8A9-48BF-80B1-EE8269FF35F6}" dt="2024-07-11T05:43:54.520" v="647" actId="1076"/>
          <ac:spMkLst>
            <pc:docMk/>
            <pc:sldMk cId="0" sldId="263"/>
            <ac:spMk id="56" creationId="{8C763336-7B5A-C761-B1FC-B3617169C071}"/>
          </ac:spMkLst>
        </pc:spChg>
        <pc:grpChg chg="add del mod">
          <ac:chgData name="shibariku0623@icloud.com" userId="47b6e960b06a1f92" providerId="LiveId" clId="{7A4CCD46-D8A9-48BF-80B1-EE8269FF35F6}" dt="2024-07-11T05:22:50.712" v="579" actId="165"/>
          <ac:grpSpMkLst>
            <pc:docMk/>
            <pc:sldMk cId="0" sldId="263"/>
            <ac:grpSpMk id="32" creationId="{BA4C7D78-B41F-AE93-7183-3764E4354A7A}"/>
          </ac:grpSpMkLst>
        </pc:grpChg>
        <pc:grpChg chg="mod topLvl">
          <ac:chgData name="shibariku0623@icloud.com" userId="47b6e960b06a1f92" providerId="LiveId" clId="{7A4CCD46-D8A9-48BF-80B1-EE8269FF35F6}" dt="2024-07-11T05:23:22.706" v="583" actId="164"/>
          <ac:grpSpMkLst>
            <pc:docMk/>
            <pc:sldMk cId="0" sldId="263"/>
            <ac:grpSpMk id="38" creationId="{3C214083-485A-395B-ED59-EC0B3F33B354}"/>
          </ac:grpSpMkLst>
        </pc:grpChg>
        <pc:grpChg chg="add mod">
          <ac:chgData name="shibariku0623@icloud.com" userId="47b6e960b06a1f92" providerId="LiveId" clId="{7A4CCD46-D8A9-48BF-80B1-EE8269FF35F6}" dt="2024-07-11T05:23:32.960" v="586" actId="1076"/>
          <ac:grpSpMkLst>
            <pc:docMk/>
            <pc:sldMk cId="0" sldId="263"/>
            <ac:grpSpMk id="47" creationId="{541AEF4B-5B33-C750-BBF0-960C0F286688}"/>
          </ac:grpSpMkLst>
        </pc:grpChg>
        <pc:grpChg chg="mod">
          <ac:chgData name="shibariku0623@icloud.com" userId="47b6e960b06a1f92" providerId="LiveId" clId="{7A4CCD46-D8A9-48BF-80B1-EE8269FF35F6}" dt="2024-07-11T05:25:02.908" v="596" actId="1076"/>
          <ac:grpSpMkLst>
            <pc:docMk/>
            <pc:sldMk cId="0" sldId="263"/>
            <ac:grpSpMk id="48" creationId="{8D6C39ED-8761-B871-03D3-19F4B030E146}"/>
          </ac:grpSpMkLst>
        </pc:grpChg>
        <pc:grpChg chg="mod">
          <ac:chgData name="shibariku0623@icloud.com" userId="47b6e960b06a1f92" providerId="LiveId" clId="{7A4CCD46-D8A9-48BF-80B1-EE8269FF35F6}" dt="2024-07-11T05:24:48.615" v="595" actId="1076"/>
          <ac:grpSpMkLst>
            <pc:docMk/>
            <pc:sldMk cId="0" sldId="263"/>
            <ac:grpSpMk id="49" creationId="{9FC8EB72-9308-4AFE-911D-83E8EE871EDF}"/>
          </ac:grpSpMkLst>
        </pc:grpChg>
        <pc:grpChg chg="mod">
          <ac:chgData name="shibariku0623@icloud.com" userId="47b6e960b06a1f92" providerId="LiveId" clId="{7A4CCD46-D8A9-48BF-80B1-EE8269FF35F6}" dt="2024-07-11T05:24:43.805" v="594" actId="1076"/>
          <ac:grpSpMkLst>
            <pc:docMk/>
            <pc:sldMk cId="0" sldId="263"/>
            <ac:grpSpMk id="50" creationId="{34E432CE-C12C-C0E6-BADB-480B68666796}"/>
          </ac:grpSpMkLst>
        </pc:grpChg>
      </pc:sldChg>
      <pc:sldChg chg="del">
        <pc:chgData name="shibariku0623@icloud.com" userId="47b6e960b06a1f92" providerId="LiveId" clId="{7A4CCD46-D8A9-48BF-80B1-EE8269FF35F6}" dt="2024-07-11T05:13:28.257" v="154" actId="47"/>
        <pc:sldMkLst>
          <pc:docMk/>
          <pc:sldMk cId="2769239327" sldId="270"/>
        </pc:sldMkLst>
      </pc:sldChg>
      <pc:sldChg chg="del">
        <pc:chgData name="shibariku0623@icloud.com" userId="47b6e960b06a1f92" providerId="LiveId" clId="{7A4CCD46-D8A9-48BF-80B1-EE8269FF35F6}" dt="2024-07-16T07:03:46.814" v="880" actId="47"/>
        <pc:sldMkLst>
          <pc:docMk/>
          <pc:sldMk cId="300525103" sldId="271"/>
        </pc:sldMkLst>
      </pc:sldChg>
      <pc:sldChg chg="del">
        <pc:chgData name="shibariku0623@icloud.com" userId="47b6e960b06a1f92" providerId="LiveId" clId="{7A4CCD46-D8A9-48BF-80B1-EE8269FF35F6}" dt="2024-07-16T07:03:47.829" v="881" actId="47"/>
        <pc:sldMkLst>
          <pc:docMk/>
          <pc:sldMk cId="1189995817" sldId="272"/>
        </pc:sldMkLst>
      </pc:sldChg>
      <pc:sldChg chg="del">
        <pc:chgData name="shibariku0623@icloud.com" userId="47b6e960b06a1f92" providerId="LiveId" clId="{7A4CCD46-D8A9-48BF-80B1-EE8269FF35F6}" dt="2024-07-16T07:04:02.377" v="884" actId="47"/>
        <pc:sldMkLst>
          <pc:docMk/>
          <pc:sldMk cId="1719236296" sldId="273"/>
        </pc:sldMkLst>
      </pc:sldChg>
      <pc:sldChg chg="modSp add del mod setBg">
        <pc:chgData name="shibariku0623@icloud.com" userId="47b6e960b06a1f92" providerId="LiveId" clId="{7A4CCD46-D8A9-48BF-80B1-EE8269FF35F6}" dt="2024-07-18T02:56:52.464" v="1709" actId="1076"/>
        <pc:sldMkLst>
          <pc:docMk/>
          <pc:sldMk cId="2974918050" sldId="274"/>
        </pc:sldMkLst>
        <pc:spChg chg="mod">
          <ac:chgData name="shibariku0623@icloud.com" userId="47b6e960b06a1f92" providerId="LiveId" clId="{7A4CCD46-D8A9-48BF-80B1-EE8269FF35F6}" dt="2024-07-16T07:13:08.141" v="941" actId="20577"/>
          <ac:spMkLst>
            <pc:docMk/>
            <pc:sldMk cId="2974918050" sldId="274"/>
            <ac:spMk id="24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6T07:13:03.965" v="929" actId="20577"/>
          <ac:spMkLst>
            <pc:docMk/>
            <pc:sldMk cId="2974918050" sldId="274"/>
            <ac:spMk id="25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8T02:56:47.151" v="1708" actId="20577"/>
          <ac:spMkLst>
            <pc:docMk/>
            <pc:sldMk cId="2974918050" sldId="274"/>
            <ac:spMk id="33" creationId="{AB751958-B8BC-2491-A029-8F5AF50FD759}"/>
          </ac:spMkLst>
        </pc:spChg>
        <pc:spChg chg="mod">
          <ac:chgData name="shibariku0623@icloud.com" userId="47b6e960b06a1f92" providerId="LiveId" clId="{7A4CCD46-D8A9-48BF-80B1-EE8269FF35F6}" dt="2024-07-18T02:53:56.273" v="1679" actId="14100"/>
          <ac:spMkLst>
            <pc:docMk/>
            <pc:sldMk cId="2974918050" sldId="274"/>
            <ac:spMk id="34" creationId="{8BADC78C-335F-2CC6-79A7-95A697C75411}"/>
          </ac:spMkLst>
        </pc:spChg>
        <pc:grpChg chg="mod">
          <ac:chgData name="shibariku0623@icloud.com" userId="47b6e960b06a1f92" providerId="LiveId" clId="{7A4CCD46-D8A9-48BF-80B1-EE8269FF35F6}" dt="2024-07-18T02:56:52.464" v="1709" actId="1076"/>
          <ac:grpSpMkLst>
            <pc:docMk/>
            <pc:sldMk cId="2974918050" sldId="274"/>
            <ac:grpSpMk id="32" creationId="{9EDB21BA-E644-9054-428F-9410693E2DF2}"/>
          </ac:grpSpMkLst>
        </pc:grpChg>
      </pc:sldChg>
      <pc:sldChg chg="addSp delSp modSp mod ord">
        <pc:chgData name="shibariku0623@icloud.com" userId="47b6e960b06a1f92" providerId="LiveId" clId="{7A4CCD46-D8A9-48BF-80B1-EE8269FF35F6}" dt="2024-07-18T04:17:18.977" v="1734" actId="1076"/>
        <pc:sldMkLst>
          <pc:docMk/>
          <pc:sldMk cId="3968650787" sldId="275"/>
        </pc:sldMkLst>
        <pc:spChg chg="mod">
          <ac:chgData name="shibariku0623@icloud.com" userId="47b6e960b06a1f92" providerId="LiveId" clId="{7A4CCD46-D8A9-48BF-80B1-EE8269FF35F6}" dt="2024-07-16T06:44:30.953" v="729" actId="20577"/>
          <ac:spMkLst>
            <pc:docMk/>
            <pc:sldMk cId="3968650787" sldId="275"/>
            <ac:spMk id="24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6T06:59:50.990" v="733"/>
          <ac:spMkLst>
            <pc:docMk/>
            <pc:sldMk cId="3968650787" sldId="275"/>
            <ac:spMk id="26" creationId="{2F34C48D-702D-C5B5-FD53-D432CB0C66FA}"/>
          </ac:spMkLst>
        </pc:spChg>
        <pc:spChg chg="mod">
          <ac:chgData name="shibariku0623@icloud.com" userId="47b6e960b06a1f92" providerId="LiveId" clId="{7A4CCD46-D8A9-48BF-80B1-EE8269FF35F6}" dt="2024-07-16T07:00:43.714" v="767" actId="20577"/>
          <ac:spMkLst>
            <pc:docMk/>
            <pc:sldMk cId="3968650787" sldId="275"/>
            <ac:spMk id="27" creationId="{5448548D-ECD1-65E9-4D35-66EDBA97E957}"/>
          </ac:spMkLst>
        </pc:spChg>
        <pc:spChg chg="add mod">
          <ac:chgData name="shibariku0623@icloud.com" userId="47b6e960b06a1f92" providerId="LiveId" clId="{7A4CCD46-D8A9-48BF-80B1-EE8269FF35F6}" dt="2024-07-18T04:17:18.977" v="1734" actId="1076"/>
          <ac:spMkLst>
            <pc:docMk/>
            <pc:sldMk cId="3968650787" sldId="275"/>
            <ac:spMk id="30" creationId="{EA4DC602-8791-F455-5F6F-4CB1C8A129CD}"/>
          </ac:spMkLst>
        </pc:spChg>
        <pc:spChg chg="mod">
          <ac:chgData name="shibariku0623@icloud.com" userId="47b6e960b06a1f92" providerId="LiveId" clId="{7A4CCD46-D8A9-48BF-80B1-EE8269FF35F6}" dt="2024-07-18T02:15:45.105" v="1673" actId="20577"/>
          <ac:spMkLst>
            <pc:docMk/>
            <pc:sldMk cId="3968650787" sldId="275"/>
            <ac:spMk id="89" creationId="{7A9CA286-CC91-7C88-16BB-1000F67E6B53}"/>
          </ac:spMkLst>
        </pc:spChg>
        <pc:spChg chg="mod">
          <ac:chgData name="shibariku0623@icloud.com" userId="47b6e960b06a1f92" providerId="LiveId" clId="{7A4CCD46-D8A9-48BF-80B1-EE8269FF35F6}" dt="2024-07-18T02:09:48.584" v="1640" actId="1076"/>
          <ac:spMkLst>
            <pc:docMk/>
            <pc:sldMk cId="3968650787" sldId="275"/>
            <ac:spMk id="112" creationId="{5448011F-2B50-D963-5E65-DF039FF7EB09}"/>
          </ac:spMkLst>
        </pc:spChg>
        <pc:spChg chg="mod">
          <ac:chgData name="shibariku0623@icloud.com" userId="47b6e960b06a1f92" providerId="LiveId" clId="{7A4CCD46-D8A9-48BF-80B1-EE8269FF35F6}" dt="2024-07-16T07:01:37.641" v="789" actId="14100"/>
          <ac:spMkLst>
            <pc:docMk/>
            <pc:sldMk cId="3968650787" sldId="275"/>
            <ac:spMk id="113" creationId="{D47C32D5-8E25-10ED-71FB-F31F7FBBAB4F}"/>
          </ac:spMkLst>
        </pc:spChg>
        <pc:spChg chg="del mod">
          <ac:chgData name="shibariku0623@icloud.com" userId="47b6e960b06a1f92" providerId="LiveId" clId="{7A4CCD46-D8A9-48BF-80B1-EE8269FF35F6}" dt="2024-07-16T07:00:08.350" v="738"/>
          <ac:spMkLst>
            <pc:docMk/>
            <pc:sldMk cId="3968650787" sldId="275"/>
            <ac:spMk id="115" creationId="{534B5E4D-03EE-52A6-1D22-0EEB430F8D01}"/>
          </ac:spMkLst>
        </pc:spChg>
        <pc:grpChg chg="add mod">
          <ac:chgData name="shibariku0623@icloud.com" userId="47b6e960b06a1f92" providerId="LiveId" clId="{7A4CCD46-D8A9-48BF-80B1-EE8269FF35F6}" dt="2024-07-16T07:00:07.043" v="736" actId="1076"/>
          <ac:grpSpMkLst>
            <pc:docMk/>
            <pc:sldMk cId="3968650787" sldId="275"/>
            <ac:grpSpMk id="22" creationId="{711E990D-BC22-E429-809B-10F7A2CC4E81}"/>
          </ac:grpSpMkLst>
        </pc:grpChg>
        <pc:grpChg chg="mod">
          <ac:chgData name="shibariku0623@icloud.com" userId="47b6e960b06a1f92" providerId="LiveId" clId="{7A4CCD46-D8A9-48BF-80B1-EE8269FF35F6}" dt="2024-07-16T07:00:01.364" v="735" actId="1076"/>
          <ac:grpSpMkLst>
            <pc:docMk/>
            <pc:sldMk cId="3968650787" sldId="275"/>
            <ac:grpSpMk id="87" creationId="{0BAE38BF-27D7-3AA3-86BC-69B42302D252}"/>
          </ac:grpSpMkLst>
        </pc:grpChg>
        <pc:cxnChg chg="add mod">
          <ac:chgData name="shibariku0623@icloud.com" userId="47b6e960b06a1f92" providerId="LiveId" clId="{7A4CCD46-D8A9-48BF-80B1-EE8269FF35F6}" dt="2024-07-16T07:00:17.005" v="740" actId="1076"/>
          <ac:cxnSpMkLst>
            <pc:docMk/>
            <pc:sldMk cId="3968650787" sldId="275"/>
            <ac:cxnSpMk id="29" creationId="{A6D0EC18-CD44-B1E6-0DAB-9955C3E2B5AF}"/>
          </ac:cxnSpMkLst>
        </pc:cxnChg>
      </pc:sldChg>
      <pc:sldChg chg="delSp modSp mod ord">
        <pc:chgData name="shibariku0623@icloud.com" userId="47b6e960b06a1f92" providerId="LiveId" clId="{7A4CCD46-D8A9-48BF-80B1-EE8269FF35F6}" dt="2024-07-18T02:03:08.905" v="1634" actId="20577"/>
        <pc:sldMkLst>
          <pc:docMk/>
          <pc:sldMk cId="632024819" sldId="277"/>
        </pc:sldMkLst>
        <pc:spChg chg="del">
          <ac:chgData name="shibariku0623@icloud.com" userId="47b6e960b06a1f92" providerId="LiveId" clId="{7A4CCD46-D8A9-48BF-80B1-EE8269FF35F6}" dt="2024-07-11T05:16:44.935" v="339" actId="478"/>
          <ac:spMkLst>
            <pc:docMk/>
            <pc:sldMk cId="632024819" sldId="277"/>
            <ac:spMk id="23" creationId="{D9AD7586-6509-574D-DFF1-30FD28086FB8}"/>
          </ac:spMkLst>
        </pc:spChg>
        <pc:spChg chg="mod">
          <ac:chgData name="shibariku0623@icloud.com" userId="47b6e960b06a1f92" providerId="LiveId" clId="{7A4CCD46-D8A9-48BF-80B1-EE8269FF35F6}" dt="2024-07-11T05:15:12.016" v="205" actId="20577"/>
          <ac:spMkLst>
            <pc:docMk/>
            <pc:sldMk cId="632024819" sldId="277"/>
            <ac:spMk id="24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8T02:03:08.905" v="1634" actId="20577"/>
          <ac:spMkLst>
            <pc:docMk/>
            <pc:sldMk cId="632024819" sldId="277"/>
            <ac:spMk id="30" creationId="{1FE2A5AB-F6B7-0011-B112-A4E8E850D0AF}"/>
          </ac:spMkLst>
        </pc:spChg>
        <pc:spChg chg="del">
          <ac:chgData name="shibariku0623@icloud.com" userId="47b6e960b06a1f92" providerId="LiveId" clId="{7A4CCD46-D8A9-48BF-80B1-EE8269FF35F6}" dt="2024-07-11T05:16:38.562" v="337" actId="478"/>
          <ac:spMkLst>
            <pc:docMk/>
            <pc:sldMk cId="632024819" sldId="277"/>
            <ac:spMk id="32" creationId="{7826D9AB-0F72-BAB2-20C5-026E9CCB1F13}"/>
          </ac:spMkLst>
        </pc:spChg>
        <pc:spChg chg="del">
          <ac:chgData name="shibariku0623@icloud.com" userId="47b6e960b06a1f92" providerId="LiveId" clId="{7A4CCD46-D8A9-48BF-80B1-EE8269FF35F6}" dt="2024-07-11T05:16:38.562" v="337" actId="478"/>
          <ac:spMkLst>
            <pc:docMk/>
            <pc:sldMk cId="632024819" sldId="277"/>
            <ac:spMk id="34" creationId="{ABB53C2E-7DB4-E6D9-65B3-755576C01F89}"/>
          </ac:spMkLst>
        </pc:spChg>
      </pc:sldChg>
      <pc:sldChg chg="del">
        <pc:chgData name="shibariku0623@icloud.com" userId="47b6e960b06a1f92" providerId="LiveId" clId="{7A4CCD46-D8A9-48BF-80B1-EE8269FF35F6}" dt="2024-07-16T07:03:45.653" v="879" actId="47"/>
        <pc:sldMkLst>
          <pc:docMk/>
          <pc:sldMk cId="260892850" sldId="278"/>
        </pc:sldMkLst>
      </pc:sldChg>
      <pc:sldChg chg="addSp delSp modSp mod ord">
        <pc:chgData name="shibariku0623@icloud.com" userId="47b6e960b06a1f92" providerId="LiveId" clId="{7A4CCD46-D8A9-48BF-80B1-EE8269FF35F6}" dt="2024-07-18T04:24:21.361" v="1780" actId="1076"/>
        <pc:sldMkLst>
          <pc:docMk/>
          <pc:sldMk cId="862819513" sldId="279"/>
        </pc:sldMkLst>
        <pc:spChg chg="add mod">
          <ac:chgData name="shibariku0623@icloud.com" userId="47b6e960b06a1f92" providerId="LiveId" clId="{7A4CCD46-D8A9-48BF-80B1-EE8269FF35F6}" dt="2024-07-18T04:23:18.080" v="1774" actId="1076"/>
          <ac:spMkLst>
            <pc:docMk/>
            <pc:sldMk cId="862819513" sldId="279"/>
            <ac:spMk id="22" creationId="{32369679-021D-A6D3-EF5F-63D477FEC1CC}"/>
          </ac:spMkLst>
        </pc:spChg>
        <pc:spChg chg="mod">
          <ac:chgData name="shibariku0623@icloud.com" userId="47b6e960b06a1f92" providerId="LiveId" clId="{7A4CCD46-D8A9-48BF-80B1-EE8269FF35F6}" dt="2024-07-11T05:19:48.873" v="507" actId="14100"/>
          <ac:spMkLst>
            <pc:docMk/>
            <pc:sldMk cId="862819513" sldId="279"/>
            <ac:spMk id="24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3T10:28:58.644" v="653" actId="20577"/>
          <ac:spMkLst>
            <pc:docMk/>
            <pc:sldMk cId="862819513" sldId="279"/>
            <ac:spMk id="26" creationId="{3CBF144F-5444-AD9F-4569-64074F8B2464}"/>
          </ac:spMkLst>
        </pc:spChg>
        <pc:spChg chg="mod">
          <ac:chgData name="shibariku0623@icloud.com" userId="47b6e960b06a1f92" providerId="LiveId" clId="{7A4CCD46-D8A9-48BF-80B1-EE8269FF35F6}" dt="2024-07-13T10:29:01.565" v="656" actId="20577"/>
          <ac:spMkLst>
            <pc:docMk/>
            <pc:sldMk cId="862819513" sldId="279"/>
            <ac:spMk id="27" creationId="{9F1F5D8F-BADD-C98E-EA7C-562458404374}"/>
          </ac:spMkLst>
        </pc:spChg>
        <pc:spChg chg="del">
          <ac:chgData name="shibariku0623@icloud.com" userId="47b6e960b06a1f92" providerId="LiveId" clId="{7A4CCD46-D8A9-48BF-80B1-EE8269FF35F6}" dt="2024-07-11T05:19:50.723" v="508" actId="478"/>
          <ac:spMkLst>
            <pc:docMk/>
            <pc:sldMk cId="862819513" sldId="279"/>
            <ac:spMk id="28" creationId="{79AE947C-91E9-4EAC-A8D8-2C2F4BB40336}"/>
          </ac:spMkLst>
        </pc:spChg>
        <pc:spChg chg="add del mod">
          <ac:chgData name="shibariku0623@icloud.com" userId="47b6e960b06a1f92" providerId="LiveId" clId="{7A4CCD46-D8A9-48BF-80B1-EE8269FF35F6}" dt="2024-07-18T04:20:51.213" v="1738" actId="478"/>
          <ac:spMkLst>
            <pc:docMk/>
            <pc:sldMk cId="862819513" sldId="279"/>
            <ac:spMk id="28" creationId="{D7253DC9-B70A-F124-698F-69B001AF34E4}"/>
          </ac:spMkLst>
        </pc:spChg>
        <pc:spChg chg="del">
          <ac:chgData name="shibariku0623@icloud.com" userId="47b6e960b06a1f92" providerId="LiveId" clId="{7A4CCD46-D8A9-48BF-80B1-EE8269FF35F6}" dt="2024-07-11T05:18:04.233" v="363" actId="478"/>
          <ac:spMkLst>
            <pc:docMk/>
            <pc:sldMk cId="862819513" sldId="279"/>
            <ac:spMk id="30" creationId="{4CA68C9F-1198-A3B8-6B68-F2B24606086C}"/>
          </ac:spMkLst>
        </pc:spChg>
        <pc:spChg chg="add mod">
          <ac:chgData name="shibariku0623@icloud.com" userId="47b6e960b06a1f92" providerId="LiveId" clId="{7A4CCD46-D8A9-48BF-80B1-EE8269FF35F6}" dt="2024-07-18T04:23:07.388" v="1771" actId="14100"/>
          <ac:spMkLst>
            <pc:docMk/>
            <pc:sldMk cId="862819513" sldId="279"/>
            <ac:spMk id="31" creationId="{C8AA7BD4-A07C-25D2-B07D-D79079D0C1F3}"/>
          </ac:spMkLst>
        </pc:spChg>
        <pc:spChg chg="add mod">
          <ac:chgData name="shibariku0623@icloud.com" userId="47b6e960b06a1f92" providerId="LiveId" clId="{7A4CCD46-D8A9-48BF-80B1-EE8269FF35F6}" dt="2024-07-18T04:24:21.361" v="1780" actId="1076"/>
          <ac:spMkLst>
            <pc:docMk/>
            <pc:sldMk cId="862819513" sldId="279"/>
            <ac:spMk id="32" creationId="{66A150B9-9F4A-9E61-2578-CC8FC5CB64CB}"/>
          </ac:spMkLst>
        </pc:spChg>
        <pc:spChg chg="del">
          <ac:chgData name="shibariku0623@icloud.com" userId="47b6e960b06a1f92" providerId="LiveId" clId="{7A4CCD46-D8A9-48BF-80B1-EE8269FF35F6}" dt="2024-07-11T05:18:07.481" v="364" actId="478"/>
          <ac:spMkLst>
            <pc:docMk/>
            <pc:sldMk cId="862819513" sldId="279"/>
            <ac:spMk id="32" creationId="{F45E654E-DAC8-56F3-2FC7-5E63A4BACD66}"/>
          </ac:spMkLst>
        </pc:spChg>
        <pc:grpChg chg="mod">
          <ac:chgData name="shibariku0623@icloud.com" userId="47b6e960b06a1f92" providerId="LiveId" clId="{7A4CCD46-D8A9-48BF-80B1-EE8269FF35F6}" dt="2024-07-13T10:29:04.797" v="657" actId="1076"/>
          <ac:grpSpMkLst>
            <pc:docMk/>
            <pc:sldMk cId="862819513" sldId="279"/>
            <ac:grpSpMk id="29" creationId="{9A8F8AAF-A92C-51AA-C68C-4A3BA9D770F6}"/>
          </ac:grpSpMkLst>
        </pc:grpChg>
        <pc:picChg chg="del">
          <ac:chgData name="shibariku0623@icloud.com" userId="47b6e960b06a1f92" providerId="LiveId" clId="{7A4CCD46-D8A9-48BF-80B1-EE8269FF35F6}" dt="2024-07-11T05:18:00.829" v="362" actId="478"/>
          <ac:picMkLst>
            <pc:docMk/>
            <pc:sldMk cId="862819513" sldId="279"/>
            <ac:picMk id="34" creationId="{A929CF1E-76B0-9F18-088C-9920585616F2}"/>
          </ac:picMkLst>
        </pc:picChg>
      </pc:sldChg>
      <pc:sldChg chg="addSp delSp modSp mod">
        <pc:chgData name="shibariku0623@icloud.com" userId="47b6e960b06a1f92" providerId="LiveId" clId="{7A4CCD46-D8A9-48BF-80B1-EE8269FF35F6}" dt="2024-07-16T07:49:24.003" v="1415" actId="20577"/>
        <pc:sldMkLst>
          <pc:docMk/>
          <pc:sldMk cId="2762733761" sldId="280"/>
        </pc:sldMkLst>
        <pc:spChg chg="del">
          <ac:chgData name="shibariku0623@icloud.com" userId="47b6e960b06a1f92" providerId="LiveId" clId="{7A4CCD46-D8A9-48BF-80B1-EE8269FF35F6}" dt="2024-07-16T07:22:14.982" v="964" actId="478"/>
          <ac:spMkLst>
            <pc:docMk/>
            <pc:sldMk cId="2762733761" sldId="280"/>
            <ac:spMk id="22" creationId="{7EC9F8B1-07DC-5C5C-F1AF-769F3FA71052}"/>
          </ac:spMkLst>
        </pc:spChg>
        <pc:spChg chg="add mod">
          <ac:chgData name="shibariku0623@icloud.com" userId="47b6e960b06a1f92" providerId="LiveId" clId="{7A4CCD46-D8A9-48BF-80B1-EE8269FF35F6}" dt="2024-07-16T07:45:08.392" v="1395"/>
          <ac:spMkLst>
            <pc:docMk/>
            <pc:sldMk cId="2762733761" sldId="280"/>
            <ac:spMk id="22" creationId="{BEF14F98-B327-6461-12EB-8260DBCD0C24}"/>
          </ac:spMkLst>
        </pc:spChg>
        <pc:spChg chg="del">
          <ac:chgData name="shibariku0623@icloud.com" userId="47b6e960b06a1f92" providerId="LiveId" clId="{7A4CCD46-D8A9-48BF-80B1-EE8269FF35F6}" dt="2024-07-16T07:20:44.519" v="955" actId="478"/>
          <ac:spMkLst>
            <pc:docMk/>
            <pc:sldMk cId="2762733761" sldId="280"/>
            <ac:spMk id="23" creationId="{08A5EA31-FD29-EF81-165A-24DE71473E38}"/>
          </ac:spMkLst>
        </pc:spChg>
        <pc:spChg chg="add mod">
          <ac:chgData name="shibariku0623@icloud.com" userId="47b6e960b06a1f92" providerId="LiveId" clId="{7A4CCD46-D8A9-48BF-80B1-EE8269FF35F6}" dt="2024-07-16T07:45:54.970" v="1401"/>
          <ac:spMkLst>
            <pc:docMk/>
            <pc:sldMk cId="2762733761" sldId="280"/>
            <ac:spMk id="23" creationId="{FD4874A7-D620-F387-C18A-EDE8D9A107D5}"/>
          </ac:spMkLst>
        </pc:spChg>
        <pc:spChg chg="add mod">
          <ac:chgData name="shibariku0623@icloud.com" userId="47b6e960b06a1f92" providerId="LiveId" clId="{7A4CCD46-D8A9-48BF-80B1-EE8269FF35F6}" dt="2024-07-16T07:49:24.003" v="1415" actId="20577"/>
          <ac:spMkLst>
            <pc:docMk/>
            <pc:sldMk cId="2762733761" sldId="280"/>
            <ac:spMk id="24" creationId="{FA296338-8A04-0B2E-F721-396629489F65}"/>
          </ac:spMkLst>
        </pc:spChg>
        <pc:spChg chg="mod">
          <ac:chgData name="shibariku0623@icloud.com" userId="47b6e960b06a1f92" providerId="LiveId" clId="{7A4CCD46-D8A9-48BF-80B1-EE8269FF35F6}" dt="2024-07-16T07:04:35.495" v="892" actId="20577"/>
          <ac:spMkLst>
            <pc:docMk/>
            <pc:sldMk cId="2762733761" sldId="280"/>
            <ac:spMk id="25" creationId="{00000000-0000-0000-0000-000000000000}"/>
          </ac:spMkLst>
        </pc:spChg>
        <pc:spChg chg="mod">
          <ac:chgData name="shibariku0623@icloud.com" userId="47b6e960b06a1f92" providerId="LiveId" clId="{7A4CCD46-D8A9-48BF-80B1-EE8269FF35F6}" dt="2024-07-16T07:22:47.972" v="971" actId="1076"/>
          <ac:spMkLst>
            <pc:docMk/>
            <pc:sldMk cId="2762733761" sldId="280"/>
            <ac:spMk id="29" creationId="{A18754D7-3288-6E11-A196-571FE00613CF}"/>
          </ac:spMkLst>
        </pc:spChg>
        <pc:spChg chg="add del mod">
          <ac:chgData name="shibariku0623@icloud.com" userId="47b6e960b06a1f92" providerId="LiveId" clId="{7A4CCD46-D8A9-48BF-80B1-EE8269FF35F6}" dt="2024-07-16T07:22:18.514" v="965" actId="478"/>
          <ac:spMkLst>
            <pc:docMk/>
            <pc:sldMk cId="2762733761" sldId="280"/>
            <ac:spMk id="32" creationId="{9182AB0D-302E-1BAE-EC23-D352257D30A7}"/>
          </ac:spMkLst>
        </pc:spChg>
        <pc:spChg chg="add del mod">
          <ac:chgData name="shibariku0623@icloud.com" userId="47b6e960b06a1f92" providerId="LiveId" clId="{7A4CCD46-D8A9-48BF-80B1-EE8269FF35F6}" dt="2024-07-16T07:45:54.704" v="1400" actId="478"/>
          <ac:spMkLst>
            <pc:docMk/>
            <pc:sldMk cId="2762733761" sldId="280"/>
            <ac:spMk id="33" creationId="{F8E23E0E-A5D5-D627-493C-85FC2036CFF3}"/>
          </ac:spMkLst>
        </pc:spChg>
        <pc:spChg chg="add del mod">
          <ac:chgData name="shibariku0623@icloud.com" userId="47b6e960b06a1f92" providerId="LiveId" clId="{7A4CCD46-D8A9-48BF-80B1-EE8269FF35F6}" dt="2024-07-16T07:45:07.904" v="1394" actId="478"/>
          <ac:spMkLst>
            <pc:docMk/>
            <pc:sldMk cId="2762733761" sldId="280"/>
            <ac:spMk id="34" creationId="{DED63FDF-E8CD-77DB-8083-5ED42C775CBD}"/>
          </ac:spMkLst>
        </pc:spChg>
        <pc:picChg chg="del">
          <ac:chgData name="shibariku0623@icloud.com" userId="47b6e960b06a1f92" providerId="LiveId" clId="{7A4CCD46-D8A9-48BF-80B1-EE8269FF35F6}" dt="2024-07-16T07:09:20.582" v="907" actId="478"/>
          <ac:picMkLst>
            <pc:docMk/>
            <pc:sldMk cId="2762733761" sldId="280"/>
            <ac:picMk id="26" creationId="{8F970B91-3C4D-00EE-5C7B-C8F58E105413}"/>
          </ac:picMkLst>
        </pc:picChg>
        <pc:picChg chg="add mod">
          <ac:chgData name="shibariku0623@icloud.com" userId="47b6e960b06a1f92" providerId="LiveId" clId="{7A4CCD46-D8A9-48BF-80B1-EE8269FF35F6}" dt="2024-07-16T07:22:58.245" v="973" actId="1076"/>
          <ac:picMkLst>
            <pc:docMk/>
            <pc:sldMk cId="2762733761" sldId="280"/>
            <ac:picMk id="28" creationId="{45042070-DB4A-5EBF-E73C-A16655654F3E}"/>
          </ac:picMkLst>
        </pc:picChg>
        <pc:picChg chg="add mod">
          <ac:chgData name="shibariku0623@icloud.com" userId="47b6e960b06a1f92" providerId="LiveId" clId="{7A4CCD46-D8A9-48BF-80B1-EE8269FF35F6}" dt="2024-07-16T07:22:58.245" v="973" actId="1076"/>
          <ac:picMkLst>
            <pc:docMk/>
            <pc:sldMk cId="2762733761" sldId="280"/>
            <ac:picMk id="31" creationId="{C26994F9-B073-228C-78EC-8931FFCBA539}"/>
          </ac:picMkLst>
        </pc:picChg>
      </pc:sldChg>
      <pc:sldChg chg="del">
        <pc:chgData name="shibariku0623@icloud.com" userId="47b6e960b06a1f92" providerId="LiveId" clId="{7A4CCD46-D8A9-48BF-80B1-EE8269FF35F6}" dt="2024-07-16T07:04:38.323" v="893" actId="47"/>
        <pc:sldMkLst>
          <pc:docMk/>
          <pc:sldMk cId="1617933752" sldId="281"/>
        </pc:sldMkLst>
      </pc:sldChg>
      <pc:sldChg chg="modSp del mod">
        <pc:chgData name="shibariku0623@icloud.com" userId="47b6e960b06a1f92" providerId="LiveId" clId="{7A4CCD46-D8A9-48BF-80B1-EE8269FF35F6}" dt="2024-07-16T07:04:32.634" v="890" actId="47"/>
        <pc:sldMkLst>
          <pc:docMk/>
          <pc:sldMk cId="2095689492" sldId="282"/>
        </pc:sldMkLst>
        <pc:spChg chg="mod">
          <ac:chgData name="shibariku0623@icloud.com" userId="47b6e960b06a1f92" providerId="LiveId" clId="{7A4CCD46-D8A9-48BF-80B1-EE8269FF35F6}" dt="2024-07-16T07:04:28.134" v="889" actId="20577"/>
          <ac:spMkLst>
            <pc:docMk/>
            <pc:sldMk cId="2095689492" sldId="282"/>
            <ac:spMk id="25" creationId="{00000000-0000-0000-0000-000000000000}"/>
          </ac:spMkLst>
        </pc:spChg>
      </pc:sldChg>
      <pc:sldChg chg="addSp delSp modSp mod">
        <pc:chgData name="shibariku0623@icloud.com" userId="47b6e960b06a1f92" providerId="LiveId" clId="{7A4CCD46-D8A9-48BF-80B1-EE8269FF35F6}" dt="2024-07-16T07:51:41.205" v="1485" actId="20577"/>
        <pc:sldMkLst>
          <pc:docMk/>
          <pc:sldMk cId="1783300477" sldId="283"/>
        </pc:sldMkLst>
        <pc:spChg chg="add mod">
          <ac:chgData name="shibariku0623@icloud.com" userId="47b6e960b06a1f92" providerId="LiveId" clId="{7A4CCD46-D8A9-48BF-80B1-EE8269FF35F6}" dt="2024-07-16T07:45:12.432" v="1397"/>
          <ac:spMkLst>
            <pc:docMk/>
            <pc:sldMk cId="1783300477" sldId="283"/>
            <ac:spMk id="23" creationId="{CFC18EF3-C7E7-9B50-1F5A-54857491606F}"/>
          </ac:spMkLst>
        </pc:spChg>
        <pc:spChg chg="add mod">
          <ac:chgData name="shibariku0623@icloud.com" userId="47b6e960b06a1f92" providerId="LiveId" clId="{7A4CCD46-D8A9-48BF-80B1-EE8269FF35F6}" dt="2024-07-16T07:45:58.532" v="1403"/>
          <ac:spMkLst>
            <pc:docMk/>
            <pc:sldMk cId="1783300477" sldId="283"/>
            <ac:spMk id="24" creationId="{BFDD5D34-8356-B4F6-B739-B74623EC9892}"/>
          </ac:spMkLst>
        </pc:spChg>
        <pc:spChg chg="mod">
          <ac:chgData name="shibariku0623@icloud.com" userId="47b6e960b06a1f92" providerId="LiveId" clId="{7A4CCD46-D8A9-48BF-80B1-EE8269FF35F6}" dt="2024-07-16T07:04:40.902" v="895" actId="20577"/>
          <ac:spMkLst>
            <pc:docMk/>
            <pc:sldMk cId="1783300477" sldId="283"/>
            <ac:spMk id="25" creationId="{00000000-0000-0000-0000-000000000000}"/>
          </ac:spMkLst>
        </pc:spChg>
        <pc:spChg chg="add mod">
          <ac:chgData name="shibariku0623@icloud.com" userId="47b6e960b06a1f92" providerId="LiveId" clId="{7A4CCD46-D8A9-48BF-80B1-EE8269FF35F6}" dt="2024-07-16T07:51:41.205" v="1485" actId="20577"/>
          <ac:spMkLst>
            <pc:docMk/>
            <pc:sldMk cId="1783300477" sldId="283"/>
            <ac:spMk id="27" creationId="{0FF9179F-146E-34F2-9735-042E7841C41D}"/>
          </ac:spMkLst>
        </pc:spChg>
        <pc:spChg chg="del mod">
          <ac:chgData name="shibariku0623@icloud.com" userId="47b6e960b06a1f92" providerId="LiveId" clId="{7A4CCD46-D8A9-48BF-80B1-EE8269FF35F6}" dt="2024-07-16T07:45:58.298" v="1402" actId="478"/>
          <ac:spMkLst>
            <pc:docMk/>
            <pc:sldMk cId="1783300477" sldId="283"/>
            <ac:spMk id="28" creationId="{994B59CF-E015-CA3F-2F98-CDEB440AB888}"/>
          </ac:spMkLst>
        </pc:spChg>
        <pc:spChg chg="del">
          <ac:chgData name="shibariku0623@icloud.com" userId="47b6e960b06a1f92" providerId="LiveId" clId="{7A4CCD46-D8A9-48BF-80B1-EE8269FF35F6}" dt="2024-07-16T07:20:54.505" v="957" actId="478"/>
          <ac:spMkLst>
            <pc:docMk/>
            <pc:sldMk cId="1783300477" sldId="283"/>
            <ac:spMk id="30" creationId="{B7387D63-6A04-DE26-F9AC-67D414AEEB01}"/>
          </ac:spMkLst>
        </pc:spChg>
        <pc:spChg chg="add del mod">
          <ac:chgData name="shibariku0623@icloud.com" userId="47b6e960b06a1f92" providerId="LiveId" clId="{7A4CCD46-D8A9-48BF-80B1-EE8269FF35F6}" dt="2024-07-16T07:45:12.040" v="1396" actId="478"/>
          <ac:spMkLst>
            <pc:docMk/>
            <pc:sldMk cId="1783300477" sldId="283"/>
            <ac:spMk id="32" creationId="{81E57BC8-6C42-6D58-3C47-69105533AE43}"/>
          </ac:spMkLst>
        </pc:spChg>
        <pc:picChg chg="del">
          <ac:chgData name="shibariku0623@icloud.com" userId="47b6e960b06a1f92" providerId="LiveId" clId="{7A4CCD46-D8A9-48BF-80B1-EE8269FF35F6}" dt="2024-07-16T07:10:15.167" v="916" actId="478"/>
          <ac:picMkLst>
            <pc:docMk/>
            <pc:sldMk cId="1783300477" sldId="283"/>
            <ac:picMk id="24" creationId="{E68F5A65-E4EA-2D32-87A0-0F08106DC94C}"/>
          </ac:picMkLst>
        </pc:picChg>
        <pc:picChg chg="add mod">
          <ac:chgData name="shibariku0623@icloud.com" userId="47b6e960b06a1f92" providerId="LiveId" clId="{7A4CCD46-D8A9-48BF-80B1-EE8269FF35F6}" dt="2024-07-16T07:21:12.016" v="961" actId="1076"/>
          <ac:picMkLst>
            <pc:docMk/>
            <pc:sldMk cId="1783300477" sldId="283"/>
            <ac:picMk id="26" creationId="{5B7F428E-87EC-0F10-4437-4A4CAA3A886C}"/>
          </ac:picMkLst>
        </pc:picChg>
        <pc:picChg chg="add mod">
          <ac:chgData name="shibariku0623@icloud.com" userId="47b6e960b06a1f92" providerId="LiveId" clId="{7A4CCD46-D8A9-48BF-80B1-EE8269FF35F6}" dt="2024-07-16T07:21:12.016" v="961" actId="1076"/>
          <ac:picMkLst>
            <pc:docMk/>
            <pc:sldMk cId="1783300477" sldId="283"/>
            <ac:picMk id="31" creationId="{459025A9-8B61-8FD7-B96D-6FBF28863A6E}"/>
          </ac:picMkLst>
        </pc:picChg>
      </pc:sldChg>
      <pc:sldChg chg="del">
        <pc:chgData name="shibariku0623@icloud.com" userId="47b6e960b06a1f92" providerId="LiveId" clId="{7A4CCD46-D8A9-48BF-80B1-EE8269FF35F6}" dt="2024-07-16T07:04:43.857" v="896" actId="47"/>
        <pc:sldMkLst>
          <pc:docMk/>
          <pc:sldMk cId="2004529740" sldId="284"/>
        </pc:sldMkLst>
      </pc:sldChg>
      <pc:sldChg chg="modSp add mod">
        <pc:chgData name="shibariku0623@icloud.com" userId="47b6e960b06a1f92" providerId="LiveId" clId="{7A4CCD46-D8A9-48BF-80B1-EE8269FF35F6}" dt="2024-07-11T05:14:26.907" v="162" actId="207"/>
        <pc:sldMkLst>
          <pc:docMk/>
          <pc:sldMk cId="3221525228" sldId="285"/>
        </pc:sldMkLst>
        <pc:spChg chg="mod">
          <ac:chgData name="shibariku0623@icloud.com" userId="47b6e960b06a1f92" providerId="LiveId" clId="{7A4CCD46-D8A9-48BF-80B1-EE8269FF35F6}" dt="2024-07-11T05:14:26.907" v="162" actId="207"/>
          <ac:spMkLst>
            <pc:docMk/>
            <pc:sldMk cId="3221525228" sldId="285"/>
            <ac:spMk id="22" creationId="{00000000-0000-0000-0000-000000000000}"/>
          </ac:spMkLst>
        </pc:spChg>
      </pc:sldChg>
      <pc:sldChg chg="modSp add mod">
        <pc:chgData name="shibariku0623@icloud.com" userId="47b6e960b06a1f92" providerId="LiveId" clId="{7A4CCD46-D8A9-48BF-80B1-EE8269FF35F6}" dt="2024-07-11T05:14:31.847" v="163" actId="207"/>
        <pc:sldMkLst>
          <pc:docMk/>
          <pc:sldMk cId="1525628654" sldId="286"/>
        </pc:sldMkLst>
        <pc:spChg chg="mod">
          <ac:chgData name="shibariku0623@icloud.com" userId="47b6e960b06a1f92" providerId="LiveId" clId="{7A4CCD46-D8A9-48BF-80B1-EE8269FF35F6}" dt="2024-07-11T05:14:31.847" v="163" actId="207"/>
          <ac:spMkLst>
            <pc:docMk/>
            <pc:sldMk cId="1525628654" sldId="286"/>
            <ac:spMk id="22" creationId="{00000000-0000-0000-0000-000000000000}"/>
          </ac:spMkLst>
        </pc:spChg>
      </pc:sldChg>
      <pc:sldChg chg="modSp add mod">
        <pc:chgData name="shibariku0623@icloud.com" userId="47b6e960b06a1f92" providerId="LiveId" clId="{7A4CCD46-D8A9-48BF-80B1-EE8269FF35F6}" dt="2024-07-11T05:14:37.044" v="164" actId="207"/>
        <pc:sldMkLst>
          <pc:docMk/>
          <pc:sldMk cId="834398353" sldId="287"/>
        </pc:sldMkLst>
        <pc:spChg chg="mod">
          <ac:chgData name="shibariku0623@icloud.com" userId="47b6e960b06a1f92" providerId="LiveId" clId="{7A4CCD46-D8A9-48BF-80B1-EE8269FF35F6}" dt="2024-07-11T05:14:37.044" v="164" actId="207"/>
          <ac:spMkLst>
            <pc:docMk/>
            <pc:sldMk cId="834398353" sldId="287"/>
            <ac:spMk id="22" creationId="{00000000-0000-0000-0000-000000000000}"/>
          </ac:spMkLst>
        </pc:spChg>
      </pc:sldChg>
      <pc:sldChg chg="modSp add mod">
        <pc:chgData name="shibariku0623@icloud.com" userId="47b6e960b06a1f92" providerId="LiveId" clId="{7A4CCD46-D8A9-48BF-80B1-EE8269FF35F6}" dt="2024-07-11T05:14:42.043" v="165" actId="207"/>
        <pc:sldMkLst>
          <pc:docMk/>
          <pc:sldMk cId="1575118144" sldId="288"/>
        </pc:sldMkLst>
        <pc:spChg chg="mod">
          <ac:chgData name="shibariku0623@icloud.com" userId="47b6e960b06a1f92" providerId="LiveId" clId="{7A4CCD46-D8A9-48BF-80B1-EE8269FF35F6}" dt="2024-07-11T05:14:42.043" v="165" actId="207"/>
          <ac:spMkLst>
            <pc:docMk/>
            <pc:sldMk cId="1575118144" sldId="288"/>
            <ac:spMk id="22" creationId="{00000000-0000-0000-0000-000000000000}"/>
          </ac:spMkLst>
        </pc:spChg>
      </pc:sldChg>
      <pc:sldChg chg="modSp add mod ord">
        <pc:chgData name="shibariku0623@icloud.com" userId="47b6e960b06a1f92" providerId="LiveId" clId="{7A4CCD46-D8A9-48BF-80B1-EE8269FF35F6}" dt="2024-07-16T07:03:59.971" v="883"/>
        <pc:sldMkLst>
          <pc:docMk/>
          <pc:sldMk cId="1135696591" sldId="289"/>
        </pc:sldMkLst>
        <pc:spChg chg="mod">
          <ac:chgData name="shibariku0623@icloud.com" userId="47b6e960b06a1f92" providerId="LiveId" clId="{7A4CCD46-D8A9-48BF-80B1-EE8269FF35F6}" dt="2024-07-11T05:14:46.798" v="166" actId="207"/>
          <ac:spMkLst>
            <pc:docMk/>
            <pc:sldMk cId="1135696591" sldId="289"/>
            <ac:spMk id="22" creationId="{00000000-0000-0000-0000-000000000000}"/>
          </ac:spMkLst>
        </pc:spChg>
      </pc:sldChg>
      <pc:sldChg chg="add">
        <pc:chgData name="shibariku0623@icloud.com" userId="47b6e960b06a1f92" providerId="LiveId" clId="{7A4CCD46-D8A9-48BF-80B1-EE8269FF35F6}" dt="2024-07-16T06:43:16.746" v="673" actId="2890"/>
        <pc:sldMkLst>
          <pc:docMk/>
          <pc:sldMk cId="2332377139" sldId="290"/>
        </pc:sldMkLst>
      </pc:sldChg>
      <pc:sldChg chg="add">
        <pc:chgData name="shibariku0623@icloud.com" userId="47b6e960b06a1f92" providerId="LiveId" clId="{7A4CCD46-D8A9-48BF-80B1-EE8269FF35F6}" dt="2024-07-18T04:00:29.786" v="1710" actId="2890"/>
        <pc:sldMkLst>
          <pc:docMk/>
          <pc:sldMk cId="2971498161" sldId="291"/>
        </pc:sldMkLst>
      </pc:sldChg>
    </pc:docChg>
  </pc:docChgLst>
  <pc:docChgLst>
    <pc:chgData name="shibariku0623@icloud.com" userId="47b6e960b06a1f92" providerId="LiveId" clId="{5CCD65EB-C94E-4FB1-A1B2-80B2F7E6044C}"/>
    <pc:docChg chg="undo custSel addSld delSld modSld sldOrd">
      <pc:chgData name="shibariku0623@icloud.com" userId="47b6e960b06a1f92" providerId="LiveId" clId="{5CCD65EB-C94E-4FB1-A1B2-80B2F7E6044C}" dt="2024-07-11T05:03:19.527" v="4380" actId="1076"/>
      <pc:docMkLst>
        <pc:docMk/>
      </pc:docMkLst>
      <pc:sldChg chg="addSp delSp modSp mod ord">
        <pc:chgData name="shibariku0623@icloud.com" userId="47b6e960b06a1f92" providerId="LiveId" clId="{5CCD65EB-C94E-4FB1-A1B2-80B2F7E6044C}" dt="2024-07-06T10:11:59.696" v="649"/>
        <pc:sldMkLst>
          <pc:docMk/>
          <pc:sldMk cId="0" sldId="256"/>
        </pc:sldMkLst>
        <pc:spChg chg="del">
          <ac:chgData name="shibariku0623@icloud.com" userId="47b6e960b06a1f92" providerId="LiveId" clId="{5CCD65EB-C94E-4FB1-A1B2-80B2F7E6044C}" dt="2024-07-06T05:05:16.048" v="257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hibariku0623@icloud.com" userId="47b6e960b06a1f92" providerId="LiveId" clId="{5CCD65EB-C94E-4FB1-A1B2-80B2F7E6044C}" dt="2024-07-06T05:05:14.202" v="256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5:09:52.035" v="468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5:09:18.854" v="461" actId="164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4:54:47.042" v="253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4:54:50.031" v="254" actId="1076"/>
          <ac:spMkLst>
            <pc:docMk/>
            <pc:sldMk cId="0" sldId="256"/>
            <ac:spMk id="20" creationId="{00000000-0000-0000-0000-000000000000}"/>
          </ac:spMkLst>
        </pc:spChg>
        <pc:grpChg chg="mod">
          <ac:chgData name="shibariku0623@icloud.com" userId="47b6e960b06a1f92" providerId="LiveId" clId="{5CCD65EB-C94E-4FB1-A1B2-80B2F7E6044C}" dt="2024-07-06T05:09:18.854" v="461" actId="164"/>
          <ac:grpSpMkLst>
            <pc:docMk/>
            <pc:sldMk cId="0" sldId="256"/>
            <ac:grpSpMk id="13" creationId="{00000000-0000-0000-0000-000000000000}"/>
          </ac:grpSpMkLst>
        </pc:grpChg>
        <pc:grpChg chg="add mod">
          <ac:chgData name="shibariku0623@icloud.com" userId="47b6e960b06a1f92" providerId="LiveId" clId="{5CCD65EB-C94E-4FB1-A1B2-80B2F7E6044C}" dt="2024-07-06T05:09:47.385" v="467" actId="1076"/>
          <ac:grpSpMkLst>
            <pc:docMk/>
            <pc:sldMk cId="0" sldId="256"/>
            <ac:grpSpMk id="31" creationId="{23D9C1AB-9A84-38E5-E5D2-98B96B4D9BB8}"/>
          </ac:grpSpMkLst>
        </pc:grpChg>
        <pc:picChg chg="add del mod">
          <ac:chgData name="shibariku0623@icloud.com" userId="47b6e960b06a1f92" providerId="LiveId" clId="{5CCD65EB-C94E-4FB1-A1B2-80B2F7E6044C}" dt="2024-07-06T05:07:31.392" v="335" actId="478"/>
          <ac:picMkLst>
            <pc:docMk/>
            <pc:sldMk cId="0" sldId="256"/>
            <ac:picMk id="1026" creationId="{AA0A95F3-63AC-8446-8BF5-3734BDBB281F}"/>
          </ac:picMkLst>
        </pc:picChg>
      </pc:sldChg>
      <pc:sldChg chg="addSp modSp mod">
        <pc:chgData name="shibariku0623@icloud.com" userId="47b6e960b06a1f92" providerId="LiveId" clId="{5CCD65EB-C94E-4FB1-A1B2-80B2F7E6044C}" dt="2024-07-06T10:14:05.959" v="664" actId="1076"/>
        <pc:sldMkLst>
          <pc:docMk/>
          <pc:sldMk cId="0" sldId="257"/>
        </pc:sldMkLst>
        <pc:spChg chg="mod">
          <ac:chgData name="shibariku0623@icloud.com" userId="47b6e960b06a1f92" providerId="LiveId" clId="{5CCD65EB-C94E-4FB1-A1B2-80B2F7E6044C}" dt="2024-07-06T05:12:37.175" v="560" actId="2711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5:08:59.708" v="459" actId="164"/>
          <ac:spMkLst>
            <pc:docMk/>
            <pc:sldMk cId="0" sldId="257"/>
            <ac:spMk id="23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10:13:11.883" v="661" actId="20577"/>
          <ac:spMkLst>
            <pc:docMk/>
            <pc:sldMk cId="0" sldId="257"/>
            <ac:spMk id="28" creationId="{A0989B87-4D9B-7CA2-7B06-B81B891AB877}"/>
          </ac:spMkLst>
        </pc:spChg>
        <pc:spChg chg="mod">
          <ac:chgData name="shibariku0623@icloud.com" userId="47b6e960b06a1f92" providerId="LiveId" clId="{5CCD65EB-C94E-4FB1-A1B2-80B2F7E6044C}" dt="2024-07-06T10:14:05.959" v="664" actId="1076"/>
          <ac:spMkLst>
            <pc:docMk/>
            <pc:sldMk cId="0" sldId="257"/>
            <ac:spMk id="29" creationId="{CFEA42C1-DCAC-B099-7B61-C85F1CACC3CC}"/>
          </ac:spMkLst>
        </pc:spChg>
        <pc:grpChg chg="add mod">
          <ac:chgData name="shibariku0623@icloud.com" userId="47b6e960b06a1f92" providerId="LiveId" clId="{5CCD65EB-C94E-4FB1-A1B2-80B2F7E6044C}" dt="2024-07-06T05:09:03.697" v="460" actId="1076"/>
          <ac:grpSpMkLst>
            <pc:docMk/>
            <pc:sldMk cId="0" sldId="257"/>
            <ac:grpSpMk id="27" creationId="{CFCC6537-0657-C9F8-D676-784DA51D2742}"/>
          </ac:grpSpMkLst>
        </pc:grpChg>
      </pc:sldChg>
      <pc:sldChg chg="modSp del mod ord">
        <pc:chgData name="shibariku0623@icloud.com" userId="47b6e960b06a1f92" providerId="LiveId" clId="{5CCD65EB-C94E-4FB1-A1B2-80B2F7E6044C}" dt="2024-07-11T05:01:19.924" v="4369" actId="47"/>
        <pc:sldMkLst>
          <pc:docMk/>
          <pc:sldMk cId="0" sldId="258"/>
        </pc:sldMkLst>
        <pc:spChg chg="mod">
          <ac:chgData name="shibariku0623@icloud.com" userId="47b6e960b06a1f92" providerId="LiveId" clId="{5CCD65EB-C94E-4FB1-A1B2-80B2F7E6044C}" dt="2024-07-06T05:10:14.507" v="499" actId="20577"/>
          <ac:spMkLst>
            <pc:docMk/>
            <pc:sldMk cId="0" sldId="258"/>
            <ac:spMk id="23" creationId="{00000000-0000-0000-0000-000000000000}"/>
          </ac:spMkLst>
        </pc:spChg>
      </pc:sldChg>
      <pc:sldChg chg="del ord">
        <pc:chgData name="shibariku0623@icloud.com" userId="47b6e960b06a1f92" providerId="LiveId" clId="{5CCD65EB-C94E-4FB1-A1B2-80B2F7E6044C}" dt="2024-07-11T05:01:27.552" v="4370" actId="47"/>
        <pc:sldMkLst>
          <pc:docMk/>
          <pc:sldMk cId="0" sldId="259"/>
        </pc:sldMkLst>
      </pc:sldChg>
      <pc:sldChg chg="addSp delSp modSp del mod ord">
        <pc:chgData name="shibariku0623@icloud.com" userId="47b6e960b06a1f92" providerId="LiveId" clId="{5CCD65EB-C94E-4FB1-A1B2-80B2F7E6044C}" dt="2024-07-06T10:39:21.723" v="1357" actId="47"/>
        <pc:sldMkLst>
          <pc:docMk/>
          <pc:sldMk cId="0" sldId="260"/>
        </pc:sldMkLst>
        <pc:spChg chg="del">
          <ac:chgData name="shibariku0623@icloud.com" userId="47b6e960b06a1f92" providerId="LiveId" clId="{5CCD65EB-C94E-4FB1-A1B2-80B2F7E6044C}" dt="2024-07-06T05:11:15.350" v="559" actId="478"/>
          <ac:spMkLst>
            <pc:docMk/>
            <pc:sldMk cId="0" sldId="260"/>
            <ac:spMk id="22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6T10:10:28.182" v="642"/>
          <ac:spMkLst>
            <pc:docMk/>
            <pc:sldMk cId="0" sldId="260"/>
            <ac:spMk id="22" creationId="{92064E83-12A2-04D8-9E1F-4CB85957054D}"/>
          </ac:spMkLst>
        </pc:spChg>
        <pc:spChg chg="add mod">
          <ac:chgData name="shibariku0623@icloud.com" userId="47b6e960b06a1f92" providerId="LiveId" clId="{5CCD65EB-C94E-4FB1-A1B2-80B2F7E6044C}" dt="2024-07-06T10:10:28.182" v="642"/>
          <ac:spMkLst>
            <pc:docMk/>
            <pc:sldMk cId="0" sldId="260"/>
            <ac:spMk id="23" creationId="{D9AD7586-6509-574D-DFF1-30FD28086FB8}"/>
          </ac:spMkLst>
        </pc:spChg>
        <pc:spChg chg="mod">
          <ac:chgData name="shibariku0623@icloud.com" userId="47b6e960b06a1f92" providerId="LiveId" clId="{5CCD65EB-C94E-4FB1-A1B2-80B2F7E6044C}" dt="2024-07-06T05:10:54.617" v="556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5:10:26.599" v="501" actId="20577"/>
          <ac:spMkLst>
            <pc:docMk/>
            <pc:sldMk cId="0" sldId="260"/>
            <ac:spMk id="25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6T10:10:28.182" v="642"/>
          <ac:spMkLst>
            <pc:docMk/>
            <pc:sldMk cId="0" sldId="260"/>
            <ac:spMk id="26" creationId="{5CF1AE62-82DD-3F06-F97C-4707276221C8}"/>
          </ac:spMkLst>
        </pc:spChg>
        <pc:spChg chg="add mod">
          <ac:chgData name="shibariku0623@icloud.com" userId="47b6e960b06a1f92" providerId="LiveId" clId="{5CCD65EB-C94E-4FB1-A1B2-80B2F7E6044C}" dt="2024-07-06T10:37:06.163" v="1312" actId="20577"/>
          <ac:spMkLst>
            <pc:docMk/>
            <pc:sldMk cId="0" sldId="260"/>
            <ac:spMk id="27" creationId="{7DDBFB48-717A-5118-A81A-D76CB6693FBC}"/>
          </ac:spMkLst>
        </pc:spChg>
        <pc:spChg chg="add mod">
          <ac:chgData name="shibariku0623@icloud.com" userId="47b6e960b06a1f92" providerId="LiveId" clId="{5CCD65EB-C94E-4FB1-A1B2-80B2F7E6044C}" dt="2024-07-06T10:14:17.131" v="669"/>
          <ac:spMkLst>
            <pc:docMk/>
            <pc:sldMk cId="0" sldId="260"/>
            <ac:spMk id="29" creationId="{DF0970C1-4955-A685-DE4A-BEACEFBE5DC4}"/>
          </ac:spMkLst>
        </pc:spChg>
        <pc:graphicFrameChg chg="del modGraphic">
          <ac:chgData name="shibariku0623@icloud.com" userId="47b6e960b06a1f92" providerId="LiveId" clId="{5CCD65EB-C94E-4FB1-A1B2-80B2F7E6044C}" dt="2024-07-06T05:11:12.956" v="558" actId="478"/>
          <ac:graphicFrameMkLst>
            <pc:docMk/>
            <pc:sldMk cId="0" sldId="260"/>
            <ac:graphicFrameMk id="23" creationId="{00000000-0000-0000-0000-000000000000}"/>
          </ac:graphicFrameMkLst>
        </pc:graphicFrameChg>
      </pc:sldChg>
      <pc:sldChg chg="addSp delSp modSp mod ord">
        <pc:chgData name="shibariku0623@icloud.com" userId="47b6e960b06a1f92" providerId="LiveId" clId="{5CCD65EB-C94E-4FB1-A1B2-80B2F7E6044C}" dt="2024-07-08T06:39:20.965" v="3583"/>
        <pc:sldMkLst>
          <pc:docMk/>
          <pc:sldMk cId="0" sldId="261"/>
        </pc:sldMkLst>
        <pc:spChg chg="del">
          <ac:chgData name="shibariku0623@icloud.com" userId="47b6e960b06a1f92" providerId="LiveId" clId="{5CCD65EB-C94E-4FB1-A1B2-80B2F7E6044C}" dt="2024-07-08T05:38:55.913" v="3272" actId="478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shibariku0623@icloud.com" userId="47b6e960b06a1f92" providerId="LiveId" clId="{5CCD65EB-C94E-4FB1-A1B2-80B2F7E6044C}" dt="2024-07-08T05:38:35.782" v="3267" actId="47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36:26.281" v="3182" actId="20577"/>
          <ac:spMkLst>
            <pc:docMk/>
            <pc:sldMk cId="0" sldId="261"/>
            <ac:spMk id="25" creationId="{00000000-0000-0000-0000-000000000000}"/>
          </ac:spMkLst>
        </pc:spChg>
        <pc:spChg chg="del">
          <ac:chgData name="shibariku0623@icloud.com" userId="47b6e960b06a1f92" providerId="LiveId" clId="{5CCD65EB-C94E-4FB1-A1B2-80B2F7E6044C}" dt="2024-07-08T05:39:00.088" v="3273" actId="478"/>
          <ac:spMkLst>
            <pc:docMk/>
            <pc:sldMk cId="0" sldId="261"/>
            <ac:spMk id="26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8T05:38:47.539" v="3270" actId="1076"/>
          <ac:spMkLst>
            <pc:docMk/>
            <pc:sldMk cId="0" sldId="261"/>
            <ac:spMk id="29" creationId="{A18754D7-3288-6E11-A196-571FE00613CF}"/>
          </ac:spMkLst>
        </pc:spChg>
        <pc:spChg chg="add mod">
          <ac:chgData name="shibariku0623@icloud.com" userId="47b6e960b06a1f92" providerId="LiveId" clId="{5CCD65EB-C94E-4FB1-A1B2-80B2F7E6044C}" dt="2024-07-08T06:34:17.465" v="3495" actId="1076"/>
          <ac:spMkLst>
            <pc:docMk/>
            <pc:sldMk cId="0" sldId="261"/>
            <ac:spMk id="32" creationId="{FB671932-2E81-B2B2-61F8-3577FE378E40}"/>
          </ac:spMkLst>
        </pc:spChg>
        <pc:spChg chg="add mod">
          <ac:chgData name="shibariku0623@icloud.com" userId="47b6e960b06a1f92" providerId="LiveId" clId="{5CCD65EB-C94E-4FB1-A1B2-80B2F7E6044C}" dt="2024-07-08T06:35:11.330" v="3512" actId="1076"/>
          <ac:spMkLst>
            <pc:docMk/>
            <pc:sldMk cId="0" sldId="261"/>
            <ac:spMk id="33" creationId="{8A31463A-0E7B-C236-651B-455CE738459D}"/>
          </ac:spMkLst>
        </pc:spChg>
        <pc:spChg chg="add mod">
          <ac:chgData name="shibariku0623@icloud.com" userId="47b6e960b06a1f92" providerId="LiveId" clId="{5CCD65EB-C94E-4FB1-A1B2-80B2F7E6044C}" dt="2024-07-08T06:39:20.965" v="3583"/>
          <ac:spMkLst>
            <pc:docMk/>
            <pc:sldMk cId="0" sldId="261"/>
            <ac:spMk id="34" creationId="{2C2D0CCA-A72A-C2E4-608D-9FA84E729CE8}"/>
          </ac:spMkLst>
        </pc:spChg>
        <pc:picChg chg="del mod">
          <ac:chgData name="shibariku0623@icloud.com" userId="47b6e960b06a1f92" providerId="LiveId" clId="{5CCD65EB-C94E-4FB1-A1B2-80B2F7E6044C}" dt="2024-07-08T05:38:52.824" v="3271" actId="478"/>
          <ac:picMkLst>
            <pc:docMk/>
            <pc:sldMk cId="0" sldId="261"/>
            <ac:picMk id="22" creationId="{00000000-0000-0000-0000-000000000000}"/>
          </ac:picMkLst>
        </pc:picChg>
        <pc:picChg chg="add mod">
          <ac:chgData name="shibariku0623@icloud.com" userId="47b6e960b06a1f92" providerId="LiveId" clId="{5CCD65EB-C94E-4FB1-A1B2-80B2F7E6044C}" dt="2024-07-08T06:34:14.496" v="3494" actId="1076"/>
          <ac:picMkLst>
            <pc:docMk/>
            <pc:sldMk cId="0" sldId="261"/>
            <ac:picMk id="31" creationId="{E91AA7CB-BB3E-EA18-1528-2C0717B50A11}"/>
          </ac:picMkLst>
        </pc:picChg>
      </pc:sldChg>
      <pc:sldChg chg="del">
        <pc:chgData name="shibariku0623@icloud.com" userId="47b6e960b06a1f92" providerId="LiveId" clId="{5CCD65EB-C94E-4FB1-A1B2-80B2F7E6044C}" dt="2024-07-11T05:01:33.663" v="4371" actId="47"/>
        <pc:sldMkLst>
          <pc:docMk/>
          <pc:sldMk cId="0" sldId="262"/>
        </pc:sldMkLst>
      </pc:sldChg>
      <pc:sldChg chg="addSp delSp modSp mod ord">
        <pc:chgData name="shibariku0623@icloud.com" userId="47b6e960b06a1f92" providerId="LiveId" clId="{5CCD65EB-C94E-4FB1-A1B2-80B2F7E6044C}" dt="2024-07-08T06:39:16.996" v="3582" actId="1035"/>
        <pc:sldMkLst>
          <pc:docMk/>
          <pc:sldMk cId="0" sldId="263"/>
        </pc:sldMkLst>
        <pc:spChg chg="mod">
          <ac:chgData name="shibariku0623@icloud.com" userId="47b6e960b06a1f92" providerId="LiveId" clId="{5CCD65EB-C94E-4FB1-A1B2-80B2F7E6044C}" dt="2024-07-08T05:42:25.959" v="3344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2:20.364" v="3343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2:16.378" v="3342" actId="1076"/>
          <ac:spMkLst>
            <pc:docMk/>
            <pc:sldMk cId="0" sldId="263"/>
            <ac:spMk id="24" creationId="{00000000-0000-0000-0000-000000000000}"/>
          </ac:spMkLst>
        </pc:spChg>
        <pc:spChg chg="add del mod">
          <ac:chgData name="shibariku0623@icloud.com" userId="47b6e960b06a1f92" providerId="LiveId" clId="{5CCD65EB-C94E-4FB1-A1B2-80B2F7E6044C}" dt="2024-07-08T05:42:29.018" v="3345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1:49.154" v="3338" actId="255"/>
          <ac:spMkLst>
            <pc:docMk/>
            <pc:sldMk cId="0" sldId="263"/>
            <ac:spMk id="29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2:50.606" v="3347" actId="107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3:00.742" v="3349" actId="1076"/>
          <ac:spMkLst>
            <pc:docMk/>
            <pc:sldMk cId="0" sldId="263"/>
            <ac:spMk id="31" creationId="{00000000-0000-0000-0000-000000000000}"/>
          </ac:spMkLst>
        </pc:spChg>
        <pc:spChg chg="del">
          <ac:chgData name="shibariku0623@icloud.com" userId="47b6e960b06a1f92" providerId="LiveId" clId="{5CCD65EB-C94E-4FB1-A1B2-80B2F7E6044C}" dt="2024-07-08T02:51:29.399" v="2436" actId="478"/>
          <ac:spMkLst>
            <pc:docMk/>
            <pc:sldMk cId="0" sldId="263"/>
            <ac:spMk id="32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1:54.765" v="3339" actId="255"/>
          <ac:spMkLst>
            <pc:docMk/>
            <pc:sldMk cId="0" sldId="263"/>
            <ac:spMk id="36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3:03.591" v="3350" actId="1076"/>
          <ac:spMkLst>
            <pc:docMk/>
            <pc:sldMk cId="0" sldId="263"/>
            <ac:spMk id="37" creationId="{00000000-0000-0000-0000-000000000000}"/>
          </ac:spMkLst>
        </pc:spChg>
        <pc:spChg chg="del">
          <ac:chgData name="shibariku0623@icloud.com" userId="47b6e960b06a1f92" providerId="LiveId" clId="{5CCD65EB-C94E-4FB1-A1B2-80B2F7E6044C}" dt="2024-07-08T02:51:32.691" v="2437" actId="478"/>
          <ac:spMkLst>
            <pc:docMk/>
            <pc:sldMk cId="0" sldId="263"/>
            <ac:spMk id="38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1:59.759" v="3340" actId="255"/>
          <ac:spMkLst>
            <pc:docMk/>
            <pc:sldMk cId="0" sldId="263"/>
            <ac:spMk id="42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8T05:43:06.509" v="3351" actId="1076"/>
          <ac:spMkLst>
            <pc:docMk/>
            <pc:sldMk cId="0" sldId="263"/>
            <ac:spMk id="43" creationId="{00000000-0000-0000-0000-000000000000}"/>
          </ac:spMkLst>
        </pc:spChg>
        <pc:spChg chg="del">
          <ac:chgData name="shibariku0623@icloud.com" userId="47b6e960b06a1f92" providerId="LiveId" clId="{5CCD65EB-C94E-4FB1-A1B2-80B2F7E6044C}" dt="2024-07-08T02:51:35.550" v="2438" actId="478"/>
          <ac:spMkLst>
            <pc:docMk/>
            <pc:sldMk cId="0" sldId="263"/>
            <ac:spMk id="44" creationId="{00000000-0000-0000-0000-000000000000}"/>
          </ac:spMkLst>
        </pc:spChg>
        <pc:spChg chg="del mod">
          <ac:chgData name="shibariku0623@icloud.com" userId="47b6e960b06a1f92" providerId="LiveId" clId="{5CCD65EB-C94E-4FB1-A1B2-80B2F7E6044C}" dt="2024-07-08T02:49:36.586" v="2420" actId="478"/>
          <ac:spMkLst>
            <pc:docMk/>
            <pc:sldMk cId="0" sldId="263"/>
            <ac:spMk id="45" creationId="{00000000-0000-0000-0000-000000000000}"/>
          </ac:spMkLst>
        </pc:spChg>
        <pc:spChg chg="del mod">
          <ac:chgData name="shibariku0623@icloud.com" userId="47b6e960b06a1f92" providerId="LiveId" clId="{5CCD65EB-C94E-4FB1-A1B2-80B2F7E6044C}" dt="2024-07-08T02:49:39.650" v="2421" actId="478"/>
          <ac:spMkLst>
            <pc:docMk/>
            <pc:sldMk cId="0" sldId="263"/>
            <ac:spMk id="46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8T05:42:50.606" v="3347" actId="1076"/>
          <ac:spMkLst>
            <pc:docMk/>
            <pc:sldMk cId="0" sldId="263"/>
            <ac:spMk id="51" creationId="{2366EB72-173F-0D0C-9691-5DE1C13FB3FD}"/>
          </ac:spMkLst>
        </pc:spChg>
        <pc:spChg chg="add mod">
          <ac:chgData name="shibariku0623@icloud.com" userId="47b6e960b06a1f92" providerId="LiveId" clId="{5CCD65EB-C94E-4FB1-A1B2-80B2F7E6044C}" dt="2024-07-08T05:42:50.606" v="3347" actId="1076"/>
          <ac:spMkLst>
            <pc:docMk/>
            <pc:sldMk cId="0" sldId="263"/>
            <ac:spMk id="52" creationId="{357D9A61-E98E-0289-2DFF-195099B8BB9C}"/>
          </ac:spMkLst>
        </pc:spChg>
        <pc:spChg chg="add mod">
          <ac:chgData name="shibariku0623@icloud.com" userId="47b6e960b06a1f92" providerId="LiveId" clId="{5CCD65EB-C94E-4FB1-A1B2-80B2F7E6044C}" dt="2024-07-08T06:39:16.996" v="3582" actId="1035"/>
          <ac:spMkLst>
            <pc:docMk/>
            <pc:sldMk cId="0" sldId="263"/>
            <ac:spMk id="53" creationId="{EA4EC364-EC93-A878-9998-47882B478079}"/>
          </ac:spMkLst>
        </pc:spChg>
        <pc:grpChg chg="mod">
          <ac:chgData name="shibariku0623@icloud.com" userId="47b6e960b06a1f92" providerId="LiveId" clId="{5CCD65EB-C94E-4FB1-A1B2-80B2F7E6044C}" dt="2024-07-08T02:36:41.085" v="2116" actId="164"/>
          <ac:grpSpMkLst>
            <pc:docMk/>
            <pc:sldMk cId="0" sldId="263"/>
            <ac:grpSpMk id="26" creationId="{00000000-0000-0000-0000-000000000000}"/>
          </ac:grpSpMkLst>
        </pc:grpChg>
        <pc:grpChg chg="mod">
          <ac:chgData name="shibariku0623@icloud.com" userId="47b6e960b06a1f92" providerId="LiveId" clId="{5CCD65EB-C94E-4FB1-A1B2-80B2F7E6044C}" dt="2024-07-08T02:36:46.720" v="2117" actId="164"/>
          <ac:grpSpMkLst>
            <pc:docMk/>
            <pc:sldMk cId="0" sldId="263"/>
            <ac:grpSpMk id="33" creationId="{00000000-0000-0000-0000-000000000000}"/>
          </ac:grpSpMkLst>
        </pc:grpChg>
        <pc:grpChg chg="mod">
          <ac:chgData name="shibariku0623@icloud.com" userId="47b6e960b06a1f92" providerId="LiveId" clId="{5CCD65EB-C94E-4FB1-A1B2-80B2F7E6044C}" dt="2024-07-08T02:36:52.334" v="2118" actId="164"/>
          <ac:grpSpMkLst>
            <pc:docMk/>
            <pc:sldMk cId="0" sldId="263"/>
            <ac:grpSpMk id="39" creationId="{00000000-0000-0000-0000-000000000000}"/>
          </ac:grpSpMkLst>
        </pc:grpChg>
        <pc:grpChg chg="add mod">
          <ac:chgData name="shibariku0623@icloud.com" userId="47b6e960b06a1f92" providerId="LiveId" clId="{5CCD65EB-C94E-4FB1-A1B2-80B2F7E6044C}" dt="2024-07-08T05:42:37.553" v="3346" actId="1076"/>
          <ac:grpSpMkLst>
            <pc:docMk/>
            <pc:sldMk cId="0" sldId="263"/>
            <ac:grpSpMk id="48" creationId="{8D6C39ED-8761-B871-03D3-19F4B030E146}"/>
          </ac:grpSpMkLst>
        </pc:grpChg>
        <pc:grpChg chg="add mod">
          <ac:chgData name="shibariku0623@icloud.com" userId="47b6e960b06a1f92" providerId="LiveId" clId="{5CCD65EB-C94E-4FB1-A1B2-80B2F7E6044C}" dt="2024-07-08T05:42:37.553" v="3346" actId="1076"/>
          <ac:grpSpMkLst>
            <pc:docMk/>
            <pc:sldMk cId="0" sldId="263"/>
            <ac:grpSpMk id="49" creationId="{9FC8EB72-9308-4AFE-911D-83E8EE871EDF}"/>
          </ac:grpSpMkLst>
        </pc:grpChg>
        <pc:grpChg chg="add mod">
          <ac:chgData name="shibariku0623@icloud.com" userId="47b6e960b06a1f92" providerId="LiveId" clId="{5CCD65EB-C94E-4FB1-A1B2-80B2F7E6044C}" dt="2024-07-08T05:42:37.553" v="3346" actId="1076"/>
          <ac:grpSpMkLst>
            <pc:docMk/>
            <pc:sldMk cId="0" sldId="263"/>
            <ac:grpSpMk id="50" creationId="{34E432CE-C12C-C0E6-BADB-480B68666796}"/>
          </ac:grpSpMkLst>
        </pc:grpChg>
      </pc:sldChg>
      <pc:sldChg chg="del">
        <pc:chgData name="shibariku0623@icloud.com" userId="47b6e960b06a1f92" providerId="LiveId" clId="{5CCD65EB-C94E-4FB1-A1B2-80B2F7E6044C}" dt="2024-07-11T05:01:38.615" v="4372" actId="47"/>
        <pc:sldMkLst>
          <pc:docMk/>
          <pc:sldMk cId="0" sldId="264"/>
        </pc:sldMkLst>
      </pc:sldChg>
      <pc:sldChg chg="del">
        <pc:chgData name="shibariku0623@icloud.com" userId="47b6e960b06a1f92" providerId="LiveId" clId="{5CCD65EB-C94E-4FB1-A1B2-80B2F7E6044C}" dt="2024-07-11T05:01:43.094" v="4373" actId="47"/>
        <pc:sldMkLst>
          <pc:docMk/>
          <pc:sldMk cId="0" sldId="265"/>
        </pc:sldMkLst>
      </pc:sldChg>
      <pc:sldChg chg="del">
        <pc:chgData name="shibariku0623@icloud.com" userId="47b6e960b06a1f92" providerId="LiveId" clId="{5CCD65EB-C94E-4FB1-A1B2-80B2F7E6044C}" dt="2024-07-11T05:01:48.134" v="4374" actId="47"/>
        <pc:sldMkLst>
          <pc:docMk/>
          <pc:sldMk cId="0" sldId="266"/>
        </pc:sldMkLst>
      </pc:sldChg>
      <pc:sldChg chg="modSp del mod">
        <pc:chgData name="shibariku0623@icloud.com" userId="47b6e960b06a1f92" providerId="LiveId" clId="{5CCD65EB-C94E-4FB1-A1B2-80B2F7E6044C}" dt="2024-07-11T05:01:52.138" v="4375" actId="47"/>
        <pc:sldMkLst>
          <pc:docMk/>
          <pc:sldMk cId="0" sldId="267"/>
        </pc:sldMkLst>
        <pc:picChg chg="mod">
          <ac:chgData name="shibariku0623@icloud.com" userId="47b6e960b06a1f92" providerId="LiveId" clId="{5CCD65EB-C94E-4FB1-A1B2-80B2F7E6044C}" dt="2024-07-11T05:00:19.175" v="4368" actId="1076"/>
          <ac:picMkLst>
            <pc:docMk/>
            <pc:sldMk cId="0" sldId="267"/>
            <ac:picMk id="23" creationId="{00000000-0000-0000-0000-000000000000}"/>
          </ac:picMkLst>
        </pc:picChg>
      </pc:sldChg>
      <pc:sldChg chg="del">
        <pc:chgData name="shibariku0623@icloud.com" userId="47b6e960b06a1f92" providerId="LiveId" clId="{5CCD65EB-C94E-4FB1-A1B2-80B2F7E6044C}" dt="2024-07-11T05:02:04.970" v="4378" actId="47"/>
        <pc:sldMkLst>
          <pc:docMk/>
          <pc:sldMk cId="0" sldId="268"/>
        </pc:sldMkLst>
      </pc:sldChg>
      <pc:sldChg chg="delSp modSp mod ord">
        <pc:chgData name="shibariku0623@icloud.com" userId="47b6e960b06a1f92" providerId="LiveId" clId="{5CCD65EB-C94E-4FB1-A1B2-80B2F7E6044C}" dt="2024-07-08T03:13:06.453" v="3176" actId="1076"/>
        <pc:sldMkLst>
          <pc:docMk/>
          <pc:sldMk cId="0" sldId="269"/>
        </pc:sldMkLst>
        <pc:spChg chg="mod">
          <ac:chgData name="shibariku0623@icloud.com" userId="47b6e960b06a1f92" providerId="LiveId" clId="{5CCD65EB-C94E-4FB1-A1B2-80B2F7E6044C}" dt="2024-07-08T03:13:06.453" v="3176" actId="1076"/>
          <ac:spMkLst>
            <pc:docMk/>
            <pc:sldMk cId="0" sldId="269"/>
            <ac:spMk id="2" creationId="{00000000-0000-0000-0000-000000000000}"/>
          </ac:spMkLst>
        </pc:spChg>
        <pc:spChg chg="del">
          <ac:chgData name="shibariku0623@icloud.com" userId="47b6e960b06a1f92" providerId="LiveId" clId="{5CCD65EB-C94E-4FB1-A1B2-80B2F7E6044C}" dt="2024-07-08T03:12:37.950" v="3172" actId="478"/>
          <ac:spMkLst>
            <pc:docMk/>
            <pc:sldMk cId="0" sldId="269"/>
            <ac:spMk id="3" creationId="{00000000-0000-0000-0000-000000000000}"/>
          </ac:spMkLst>
        </pc:spChg>
      </pc:sldChg>
      <pc:sldChg chg="addSp modSp add mod ord">
        <pc:chgData name="shibariku0623@icloud.com" userId="47b6e960b06a1f92" providerId="LiveId" clId="{5CCD65EB-C94E-4FB1-A1B2-80B2F7E6044C}" dt="2024-07-06T10:14:10.834" v="665"/>
        <pc:sldMkLst>
          <pc:docMk/>
          <pc:sldMk cId="2769239327" sldId="270"/>
        </pc:sldMkLst>
        <pc:spChg chg="mod">
          <ac:chgData name="shibariku0623@icloud.com" userId="47b6e960b06a1f92" providerId="LiveId" clId="{5CCD65EB-C94E-4FB1-A1B2-80B2F7E6044C}" dt="2024-07-06T05:13:06.766" v="569" actId="207"/>
          <ac:spMkLst>
            <pc:docMk/>
            <pc:sldMk cId="2769239327" sldId="270"/>
            <ac:spMk id="22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6T10:14:10.834" v="665"/>
          <ac:spMkLst>
            <pc:docMk/>
            <pc:sldMk cId="2769239327" sldId="270"/>
            <ac:spMk id="29" creationId="{0C4246F6-049D-9B47-9D25-8A3CEE412011}"/>
          </ac:spMkLst>
        </pc:spChg>
      </pc:sldChg>
      <pc:sldChg chg="addSp modSp add mod">
        <pc:chgData name="shibariku0623@icloud.com" userId="47b6e960b06a1f92" providerId="LiveId" clId="{5CCD65EB-C94E-4FB1-A1B2-80B2F7E6044C}" dt="2024-07-06T10:14:18.569" v="670"/>
        <pc:sldMkLst>
          <pc:docMk/>
          <pc:sldMk cId="300525103" sldId="271"/>
        </pc:sldMkLst>
        <pc:spChg chg="mod">
          <ac:chgData name="shibariku0623@icloud.com" userId="47b6e960b06a1f92" providerId="LiveId" clId="{5CCD65EB-C94E-4FB1-A1B2-80B2F7E6044C}" dt="2024-07-06T05:13:50" v="580" actId="207"/>
          <ac:spMkLst>
            <pc:docMk/>
            <pc:sldMk cId="300525103" sldId="271"/>
            <ac:spMk id="22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6T10:14:18.569" v="670"/>
          <ac:spMkLst>
            <pc:docMk/>
            <pc:sldMk cId="300525103" sldId="271"/>
            <ac:spMk id="29" creationId="{DFFFF6F1-D00A-FC28-8722-77411FC5517B}"/>
          </ac:spMkLst>
        </pc:spChg>
      </pc:sldChg>
      <pc:sldChg chg="addSp modSp add mod">
        <pc:chgData name="shibariku0623@icloud.com" userId="47b6e960b06a1f92" providerId="LiveId" clId="{5CCD65EB-C94E-4FB1-A1B2-80B2F7E6044C}" dt="2024-07-06T10:14:21.866" v="672"/>
        <pc:sldMkLst>
          <pc:docMk/>
          <pc:sldMk cId="1189995817" sldId="272"/>
        </pc:sldMkLst>
        <pc:spChg chg="mod">
          <ac:chgData name="shibariku0623@icloud.com" userId="47b6e960b06a1f92" providerId="LiveId" clId="{5CCD65EB-C94E-4FB1-A1B2-80B2F7E6044C}" dt="2024-07-06T05:14:15.606" v="602" actId="207"/>
          <ac:spMkLst>
            <pc:docMk/>
            <pc:sldMk cId="1189995817" sldId="272"/>
            <ac:spMk id="22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6T10:14:21.866" v="672"/>
          <ac:spMkLst>
            <pc:docMk/>
            <pc:sldMk cId="1189995817" sldId="272"/>
            <ac:spMk id="29" creationId="{3EBEF43D-F5EA-3C18-BB6C-C42EF6094CDE}"/>
          </ac:spMkLst>
        </pc:spChg>
      </pc:sldChg>
      <pc:sldChg chg="addSp modSp add mod">
        <pc:chgData name="shibariku0623@icloud.com" userId="47b6e960b06a1f92" providerId="LiveId" clId="{5CCD65EB-C94E-4FB1-A1B2-80B2F7E6044C}" dt="2024-07-06T10:14:26.368" v="674"/>
        <pc:sldMkLst>
          <pc:docMk/>
          <pc:sldMk cId="1719236296" sldId="273"/>
        </pc:sldMkLst>
        <pc:spChg chg="mod">
          <ac:chgData name="shibariku0623@icloud.com" userId="47b6e960b06a1f92" providerId="LiveId" clId="{5CCD65EB-C94E-4FB1-A1B2-80B2F7E6044C}" dt="2024-07-06T05:14:37.979" v="625" actId="207"/>
          <ac:spMkLst>
            <pc:docMk/>
            <pc:sldMk cId="1719236296" sldId="273"/>
            <ac:spMk id="22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6T10:14:26.368" v="674"/>
          <ac:spMkLst>
            <pc:docMk/>
            <pc:sldMk cId="1719236296" sldId="273"/>
            <ac:spMk id="29" creationId="{765646B6-6666-F001-8952-141CA110B0D0}"/>
          </ac:spMkLst>
        </pc:spChg>
      </pc:sldChg>
      <pc:sldChg chg="addSp delSp modSp add mod ord">
        <pc:chgData name="shibariku0623@icloud.com" userId="47b6e960b06a1f92" providerId="LiveId" clId="{5CCD65EB-C94E-4FB1-A1B2-80B2F7E6044C}" dt="2024-07-08T03:12:13.471" v="3169" actId="1076"/>
        <pc:sldMkLst>
          <pc:docMk/>
          <pc:sldMk cId="2974918050" sldId="274"/>
        </pc:sldMkLst>
        <pc:spChg chg="add mod">
          <ac:chgData name="shibariku0623@icloud.com" userId="47b6e960b06a1f92" providerId="LiveId" clId="{5CCD65EB-C94E-4FB1-A1B2-80B2F7E6044C}" dt="2024-07-06T10:14:27.665" v="675"/>
          <ac:spMkLst>
            <pc:docMk/>
            <pc:sldMk cId="2974918050" sldId="274"/>
            <ac:spMk id="23" creationId="{EB6B76B5-1EE6-260F-362E-0E77ACBB1D16}"/>
          </ac:spMkLst>
        </pc:spChg>
        <pc:spChg chg="mod">
          <ac:chgData name="shibariku0623@icloud.com" userId="47b6e960b06a1f92" providerId="LiveId" clId="{5CCD65EB-C94E-4FB1-A1B2-80B2F7E6044C}" dt="2024-07-06T10:53:27.102" v="1372" actId="255"/>
          <ac:spMkLst>
            <pc:docMk/>
            <pc:sldMk cId="2974918050" sldId="274"/>
            <ac:spMk id="24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5:14:47.643" v="641" actId="20577"/>
          <ac:spMkLst>
            <pc:docMk/>
            <pc:sldMk cId="2974918050" sldId="274"/>
            <ac:spMk id="25" creationId="{00000000-0000-0000-0000-000000000000}"/>
          </ac:spMkLst>
        </pc:spChg>
        <pc:spChg chg="add del mod">
          <ac:chgData name="shibariku0623@icloud.com" userId="47b6e960b06a1f92" providerId="LiveId" clId="{5CCD65EB-C94E-4FB1-A1B2-80B2F7E6044C}" dt="2024-07-08T03:10:28.771" v="3147"/>
          <ac:spMkLst>
            <pc:docMk/>
            <pc:sldMk cId="2974918050" sldId="274"/>
            <ac:spMk id="26" creationId="{00A6212F-F34C-1DF3-5F3E-8978A960C50C}"/>
          </ac:spMkLst>
        </pc:spChg>
        <pc:spChg chg="add del mod">
          <ac:chgData name="shibariku0623@icloud.com" userId="47b6e960b06a1f92" providerId="LiveId" clId="{5CCD65EB-C94E-4FB1-A1B2-80B2F7E6044C}" dt="2024-07-08T03:09:40.752" v="3131" actId="478"/>
          <ac:spMkLst>
            <pc:docMk/>
            <pc:sldMk cId="2974918050" sldId="274"/>
            <ac:spMk id="27" creationId="{B9F9267E-8626-F4C1-9D2C-66E231E81414}"/>
          </ac:spMkLst>
        </pc:spChg>
        <pc:spChg chg="add del mod">
          <ac:chgData name="shibariku0623@icloud.com" userId="47b6e960b06a1f92" providerId="LiveId" clId="{5CCD65EB-C94E-4FB1-A1B2-80B2F7E6044C}" dt="2024-07-08T03:09:45.293" v="3134"/>
          <ac:spMkLst>
            <pc:docMk/>
            <pc:sldMk cId="2974918050" sldId="274"/>
            <ac:spMk id="28" creationId="{81543C4E-BD93-3AC9-7994-9BE93D79F825}"/>
          </ac:spMkLst>
        </pc:spChg>
        <pc:spChg chg="add del mod">
          <ac:chgData name="shibariku0623@icloud.com" userId="47b6e960b06a1f92" providerId="LiveId" clId="{5CCD65EB-C94E-4FB1-A1B2-80B2F7E6044C}" dt="2024-07-08T03:09:21.540" v="3124" actId="478"/>
          <ac:spMkLst>
            <pc:docMk/>
            <pc:sldMk cId="2974918050" sldId="274"/>
            <ac:spMk id="29" creationId="{B825B847-4BA8-FFE1-BE81-FD5CC1E1F7F7}"/>
          </ac:spMkLst>
        </pc:spChg>
        <pc:spChg chg="add del mod">
          <ac:chgData name="shibariku0623@icloud.com" userId="47b6e960b06a1f92" providerId="LiveId" clId="{5CCD65EB-C94E-4FB1-A1B2-80B2F7E6044C}" dt="2024-07-08T03:09:19.446" v="3123" actId="478"/>
          <ac:spMkLst>
            <pc:docMk/>
            <pc:sldMk cId="2974918050" sldId="274"/>
            <ac:spMk id="30" creationId="{C1A38209-1E12-D969-5D0C-DB68104DB566}"/>
          </ac:spMkLst>
        </pc:spChg>
        <pc:spChg chg="add del mod">
          <ac:chgData name="shibariku0623@icloud.com" userId="47b6e960b06a1f92" providerId="LiveId" clId="{5CCD65EB-C94E-4FB1-A1B2-80B2F7E6044C}" dt="2024-07-08T03:09:16.407" v="3122"/>
          <ac:spMkLst>
            <pc:docMk/>
            <pc:sldMk cId="2974918050" sldId="274"/>
            <ac:spMk id="31" creationId="{ABDAFD1D-8419-F648-67AA-767658726402}"/>
          </ac:spMkLst>
        </pc:spChg>
        <pc:spChg chg="mod">
          <ac:chgData name="shibariku0623@icloud.com" userId="47b6e960b06a1f92" providerId="LiveId" clId="{5CCD65EB-C94E-4FB1-A1B2-80B2F7E6044C}" dt="2024-07-08T03:12:02.676" v="3167" actId="207"/>
          <ac:spMkLst>
            <pc:docMk/>
            <pc:sldMk cId="2974918050" sldId="274"/>
            <ac:spMk id="33" creationId="{AB751958-B8BC-2491-A029-8F5AF50FD759}"/>
          </ac:spMkLst>
        </pc:spChg>
        <pc:spChg chg="mod">
          <ac:chgData name="shibariku0623@icloud.com" userId="47b6e960b06a1f92" providerId="LiveId" clId="{5CCD65EB-C94E-4FB1-A1B2-80B2F7E6044C}" dt="2024-07-08T03:11:57.252" v="3166" actId="207"/>
          <ac:spMkLst>
            <pc:docMk/>
            <pc:sldMk cId="2974918050" sldId="274"/>
            <ac:spMk id="34" creationId="{8BADC78C-335F-2CC6-79A7-95A697C75411}"/>
          </ac:spMkLst>
        </pc:spChg>
        <pc:grpChg chg="add mod">
          <ac:chgData name="shibariku0623@icloud.com" userId="47b6e960b06a1f92" providerId="LiveId" clId="{5CCD65EB-C94E-4FB1-A1B2-80B2F7E6044C}" dt="2024-07-08T03:12:13.471" v="3169" actId="1076"/>
          <ac:grpSpMkLst>
            <pc:docMk/>
            <pc:sldMk cId="2974918050" sldId="274"/>
            <ac:grpSpMk id="32" creationId="{9EDB21BA-E644-9054-428F-9410693E2DF2}"/>
          </ac:grpSpMkLst>
        </pc:grpChg>
      </pc:sldChg>
      <pc:sldChg chg="addSp delSp modSp add mod ord">
        <pc:chgData name="shibariku0623@icloud.com" userId="47b6e960b06a1f92" providerId="LiveId" clId="{5CCD65EB-C94E-4FB1-A1B2-80B2F7E6044C}" dt="2024-07-11T05:03:19.527" v="4380" actId="1076"/>
        <pc:sldMkLst>
          <pc:docMk/>
          <pc:sldMk cId="3968650787" sldId="275"/>
        </pc:sldMkLst>
        <pc:spChg chg="add mod">
          <ac:chgData name="shibariku0623@icloud.com" userId="47b6e960b06a1f92" providerId="LiveId" clId="{5CCD65EB-C94E-4FB1-A1B2-80B2F7E6044C}" dt="2024-07-06T10:14:23.819" v="673"/>
          <ac:spMkLst>
            <pc:docMk/>
            <pc:sldMk cId="3968650787" sldId="275"/>
            <ac:spMk id="23" creationId="{D960F128-A11E-06C0-B8F5-CE33823A51D1}"/>
          </ac:spMkLst>
        </pc:spChg>
        <pc:spChg chg="mod">
          <ac:chgData name="shibariku0623@icloud.com" userId="47b6e960b06a1f92" providerId="LiveId" clId="{5CCD65EB-C94E-4FB1-A1B2-80B2F7E6044C}" dt="2024-07-08T05:41:12.581" v="3334" actId="20577"/>
          <ac:spMkLst>
            <pc:docMk/>
            <pc:sldMk cId="3968650787" sldId="275"/>
            <ac:spMk id="24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5:14:31.346" v="624" actId="20577"/>
          <ac:spMkLst>
            <pc:docMk/>
            <pc:sldMk cId="3968650787" sldId="275"/>
            <ac:spMk id="25" creationId="{00000000-0000-0000-0000-000000000000}"/>
          </ac:spMkLst>
        </pc:spChg>
        <pc:spChg chg="mod topLvl">
          <ac:chgData name="shibariku0623@icloud.com" userId="47b6e960b06a1f92" providerId="LiveId" clId="{5CCD65EB-C94E-4FB1-A1B2-80B2F7E6044C}" dt="2024-07-11T04:26:01.883" v="3997" actId="164"/>
          <ac:spMkLst>
            <pc:docMk/>
            <pc:sldMk cId="3968650787" sldId="275"/>
            <ac:spMk id="28" creationId="{EE9F15B8-0239-7C6E-7B99-8021B8AC34C2}"/>
          </ac:spMkLst>
        </pc:spChg>
        <pc:spChg chg="mod">
          <ac:chgData name="shibariku0623@icloud.com" userId="47b6e960b06a1f92" providerId="LiveId" clId="{5CCD65EB-C94E-4FB1-A1B2-80B2F7E6044C}" dt="2024-07-11T04:24:27.560" v="3976" actId="165"/>
          <ac:spMkLst>
            <pc:docMk/>
            <pc:sldMk cId="3968650787" sldId="275"/>
            <ac:spMk id="29" creationId="{1485D9BD-0CC5-DEB2-BA73-E6A45F66E804}"/>
          </ac:spMkLst>
        </pc:spChg>
        <pc:spChg chg="mod">
          <ac:chgData name="shibariku0623@icloud.com" userId="47b6e960b06a1f92" providerId="LiveId" clId="{5CCD65EB-C94E-4FB1-A1B2-80B2F7E6044C}" dt="2024-07-11T04:24:27.560" v="3976" actId="165"/>
          <ac:spMkLst>
            <pc:docMk/>
            <pc:sldMk cId="3968650787" sldId="275"/>
            <ac:spMk id="30" creationId="{72933E03-8F0A-B58F-DCD6-F77767D558FC}"/>
          </ac:spMkLst>
        </pc:spChg>
        <pc:spChg chg="add del mod">
          <ac:chgData name="shibariku0623@icloud.com" userId="47b6e960b06a1f92" providerId="LiveId" clId="{5CCD65EB-C94E-4FB1-A1B2-80B2F7E6044C}" dt="2024-07-11T04:22:56.281" v="3967" actId="478"/>
          <ac:spMkLst>
            <pc:docMk/>
            <pc:sldMk cId="3968650787" sldId="275"/>
            <ac:spMk id="32" creationId="{FFF563E9-64F3-DB53-1307-42DF2907133E}"/>
          </ac:spMkLst>
        </pc:spChg>
        <pc:spChg chg="mod">
          <ac:chgData name="shibariku0623@icloud.com" userId="47b6e960b06a1f92" providerId="LiveId" clId="{5CCD65EB-C94E-4FB1-A1B2-80B2F7E6044C}" dt="2024-07-10T12:39:58.076" v="3843" actId="20577"/>
          <ac:spMkLst>
            <pc:docMk/>
            <pc:sldMk cId="3968650787" sldId="275"/>
            <ac:spMk id="35" creationId="{F02176EA-AC2C-DCB6-EF4C-A2E3D782033E}"/>
          </ac:spMkLst>
        </pc:spChg>
        <pc:spChg chg="mod">
          <ac:chgData name="shibariku0623@icloud.com" userId="47b6e960b06a1f92" providerId="LiveId" clId="{5CCD65EB-C94E-4FB1-A1B2-80B2F7E6044C}" dt="2024-07-10T12:32:58.411" v="3688"/>
          <ac:spMkLst>
            <pc:docMk/>
            <pc:sldMk cId="3968650787" sldId="275"/>
            <ac:spMk id="36" creationId="{EAF99650-EE61-4994-99DE-01594E7F3205}"/>
          </ac:spMkLst>
        </pc:spChg>
        <pc:spChg chg="mod">
          <ac:chgData name="shibariku0623@icloud.com" userId="47b6e960b06a1f92" providerId="LiveId" clId="{5CCD65EB-C94E-4FB1-A1B2-80B2F7E6044C}" dt="2024-07-10T12:32:58.411" v="3688"/>
          <ac:spMkLst>
            <pc:docMk/>
            <pc:sldMk cId="3968650787" sldId="275"/>
            <ac:spMk id="37" creationId="{1B6CD447-2BCB-9214-F30C-9BB56B4A2B9A}"/>
          </ac:spMkLst>
        </pc:spChg>
        <pc:spChg chg="mod">
          <ac:chgData name="shibariku0623@icloud.com" userId="47b6e960b06a1f92" providerId="LiveId" clId="{5CCD65EB-C94E-4FB1-A1B2-80B2F7E6044C}" dt="2024-07-10T12:37:44.860" v="3765" actId="20577"/>
          <ac:spMkLst>
            <pc:docMk/>
            <pc:sldMk cId="3968650787" sldId="275"/>
            <ac:spMk id="40" creationId="{C2B59E0A-27C6-6006-13C0-12C031332439}"/>
          </ac:spMkLst>
        </pc:spChg>
        <pc:spChg chg="mod">
          <ac:chgData name="shibariku0623@icloud.com" userId="47b6e960b06a1f92" providerId="LiveId" clId="{5CCD65EB-C94E-4FB1-A1B2-80B2F7E6044C}" dt="2024-07-10T12:35:08.558" v="3715"/>
          <ac:spMkLst>
            <pc:docMk/>
            <pc:sldMk cId="3968650787" sldId="275"/>
            <ac:spMk id="41" creationId="{57EF5365-F520-2BEF-4ACF-778DD106017A}"/>
          </ac:spMkLst>
        </pc:spChg>
        <pc:spChg chg="mod">
          <ac:chgData name="shibariku0623@icloud.com" userId="47b6e960b06a1f92" providerId="LiveId" clId="{5CCD65EB-C94E-4FB1-A1B2-80B2F7E6044C}" dt="2024-07-10T12:35:08.558" v="3715"/>
          <ac:spMkLst>
            <pc:docMk/>
            <pc:sldMk cId="3968650787" sldId="275"/>
            <ac:spMk id="42" creationId="{735CBA6D-01DA-C89E-D36E-5E091CEC201B}"/>
          </ac:spMkLst>
        </pc:spChg>
        <pc:spChg chg="mod">
          <ac:chgData name="shibariku0623@icloud.com" userId="47b6e960b06a1f92" providerId="LiveId" clId="{5CCD65EB-C94E-4FB1-A1B2-80B2F7E6044C}" dt="2024-07-10T12:39:54.963" v="3840" actId="20577"/>
          <ac:spMkLst>
            <pc:docMk/>
            <pc:sldMk cId="3968650787" sldId="275"/>
            <ac:spMk id="45" creationId="{23DBA766-5FB7-688A-2ABE-352295A4E15C}"/>
          </ac:spMkLst>
        </pc:spChg>
        <pc:spChg chg="mod">
          <ac:chgData name="shibariku0623@icloud.com" userId="47b6e960b06a1f92" providerId="LiveId" clId="{5CCD65EB-C94E-4FB1-A1B2-80B2F7E6044C}" dt="2024-07-10T12:38:30.431" v="3767"/>
          <ac:spMkLst>
            <pc:docMk/>
            <pc:sldMk cId="3968650787" sldId="275"/>
            <ac:spMk id="46" creationId="{E5253AA3-6D08-3BB7-1500-C20F7A8D4C1C}"/>
          </ac:spMkLst>
        </pc:spChg>
        <pc:spChg chg="mod">
          <ac:chgData name="shibariku0623@icloud.com" userId="47b6e960b06a1f92" providerId="LiveId" clId="{5CCD65EB-C94E-4FB1-A1B2-80B2F7E6044C}" dt="2024-07-10T12:39:48.210" v="3816" actId="20577"/>
          <ac:spMkLst>
            <pc:docMk/>
            <pc:sldMk cId="3968650787" sldId="275"/>
            <ac:spMk id="47" creationId="{66D0038E-2F1B-792D-E6E1-AE9DF3550E95}"/>
          </ac:spMkLst>
        </pc:spChg>
        <pc:spChg chg="mod">
          <ac:chgData name="shibariku0623@icloud.com" userId="47b6e960b06a1f92" providerId="LiveId" clId="{5CCD65EB-C94E-4FB1-A1B2-80B2F7E6044C}" dt="2024-07-10T12:41:20.674" v="3889" actId="20577"/>
          <ac:spMkLst>
            <pc:docMk/>
            <pc:sldMk cId="3968650787" sldId="275"/>
            <ac:spMk id="50" creationId="{92A9839D-38F1-B3D2-CA79-822DB0F29D6F}"/>
          </ac:spMkLst>
        </pc:spChg>
        <pc:spChg chg="mod">
          <ac:chgData name="shibariku0623@icloud.com" userId="47b6e960b06a1f92" providerId="LiveId" clId="{5CCD65EB-C94E-4FB1-A1B2-80B2F7E6044C}" dt="2024-07-10T12:40:01.173" v="3844"/>
          <ac:spMkLst>
            <pc:docMk/>
            <pc:sldMk cId="3968650787" sldId="275"/>
            <ac:spMk id="51" creationId="{8D6EC81B-EBE5-455A-D1B8-558DAA6ED7A5}"/>
          </ac:spMkLst>
        </pc:spChg>
        <pc:spChg chg="mod">
          <ac:chgData name="shibariku0623@icloud.com" userId="47b6e960b06a1f92" providerId="LiveId" clId="{5CCD65EB-C94E-4FB1-A1B2-80B2F7E6044C}" dt="2024-07-10T12:40:01.173" v="3844"/>
          <ac:spMkLst>
            <pc:docMk/>
            <pc:sldMk cId="3968650787" sldId="275"/>
            <ac:spMk id="52" creationId="{00B17B21-AF3D-71FF-F498-6043EF15A5A5}"/>
          </ac:spMkLst>
        </pc:spChg>
        <pc:spChg chg="mod">
          <ac:chgData name="shibariku0623@icloud.com" userId="47b6e960b06a1f92" providerId="LiveId" clId="{5CCD65EB-C94E-4FB1-A1B2-80B2F7E6044C}" dt="2024-07-10T12:42:47.969" v="3932" actId="20577"/>
          <ac:spMkLst>
            <pc:docMk/>
            <pc:sldMk cId="3968650787" sldId="275"/>
            <ac:spMk id="55" creationId="{AA15868B-E898-C476-6CB5-39755082E7DD}"/>
          </ac:spMkLst>
        </pc:spChg>
        <pc:spChg chg="mod">
          <ac:chgData name="shibariku0623@icloud.com" userId="47b6e960b06a1f92" providerId="LiveId" clId="{5CCD65EB-C94E-4FB1-A1B2-80B2F7E6044C}" dt="2024-07-10T12:42:07.500" v="3890"/>
          <ac:spMkLst>
            <pc:docMk/>
            <pc:sldMk cId="3968650787" sldId="275"/>
            <ac:spMk id="56" creationId="{EE5A021D-47FC-8FD8-D38D-B3E27179F223}"/>
          </ac:spMkLst>
        </pc:spChg>
        <pc:spChg chg="mod">
          <ac:chgData name="shibariku0623@icloud.com" userId="47b6e960b06a1f92" providerId="LiveId" clId="{5CCD65EB-C94E-4FB1-A1B2-80B2F7E6044C}" dt="2024-07-10T12:42:07.500" v="3890"/>
          <ac:spMkLst>
            <pc:docMk/>
            <pc:sldMk cId="3968650787" sldId="275"/>
            <ac:spMk id="57" creationId="{A35EA904-10A9-3C86-8CE0-05176ADD7FB2}"/>
          </ac:spMkLst>
        </pc:spChg>
        <pc:spChg chg="add mod">
          <ac:chgData name="shibariku0623@icloud.com" userId="47b6e960b06a1f92" providerId="LiveId" clId="{5CCD65EB-C94E-4FB1-A1B2-80B2F7E6044C}" dt="2024-07-11T04:22:22.194" v="3966" actId="20577"/>
          <ac:spMkLst>
            <pc:docMk/>
            <pc:sldMk cId="3968650787" sldId="275"/>
            <ac:spMk id="58" creationId="{92A9839D-38F1-B3D2-CA79-822DB0F29D6F}"/>
          </ac:spMkLst>
        </pc:spChg>
        <pc:spChg chg="add mod">
          <ac:chgData name="shibariku0623@icloud.com" userId="47b6e960b06a1f92" providerId="LiveId" clId="{5CCD65EB-C94E-4FB1-A1B2-80B2F7E6044C}" dt="2024-07-11T04:12:26.284" v="3933"/>
          <ac:spMkLst>
            <pc:docMk/>
            <pc:sldMk cId="3968650787" sldId="275"/>
            <ac:spMk id="59" creationId="{8D6EC81B-EBE5-455A-D1B8-558DAA6ED7A5}"/>
          </ac:spMkLst>
        </pc:spChg>
        <pc:spChg chg="add mod">
          <ac:chgData name="shibariku0623@icloud.com" userId="47b6e960b06a1f92" providerId="LiveId" clId="{5CCD65EB-C94E-4FB1-A1B2-80B2F7E6044C}" dt="2024-07-11T04:12:26.284" v="3933"/>
          <ac:spMkLst>
            <pc:docMk/>
            <pc:sldMk cId="3968650787" sldId="275"/>
            <ac:spMk id="60" creationId="{00B17B21-AF3D-71FF-F498-6043EF15A5A5}"/>
          </ac:spMkLst>
        </pc:spChg>
        <pc:spChg chg="add mod ord">
          <ac:chgData name="shibariku0623@icloud.com" userId="47b6e960b06a1f92" providerId="LiveId" clId="{5CCD65EB-C94E-4FB1-A1B2-80B2F7E6044C}" dt="2024-07-11T04:26:01.883" v="3997" actId="164"/>
          <ac:spMkLst>
            <pc:docMk/>
            <pc:sldMk cId="3968650787" sldId="275"/>
            <ac:spMk id="64" creationId="{0B67373C-A5B9-647A-25B7-A386120A8B74}"/>
          </ac:spMkLst>
        </pc:spChg>
        <pc:spChg chg="mod">
          <ac:chgData name="shibariku0623@icloud.com" userId="47b6e960b06a1f92" providerId="LiveId" clId="{5CCD65EB-C94E-4FB1-A1B2-80B2F7E6044C}" dt="2024-07-11T04:26:14.152" v="4001"/>
          <ac:spMkLst>
            <pc:docMk/>
            <pc:sldMk cId="3968650787" sldId="275"/>
            <ac:spMk id="73" creationId="{756EC254-CEF7-910F-15C7-CD4AA8C33DC2}"/>
          </ac:spMkLst>
        </pc:spChg>
        <pc:spChg chg="mod">
          <ac:chgData name="shibariku0623@icloud.com" userId="47b6e960b06a1f92" providerId="LiveId" clId="{5CCD65EB-C94E-4FB1-A1B2-80B2F7E6044C}" dt="2024-07-11T04:26:27.442" v="4040" actId="20577"/>
          <ac:spMkLst>
            <pc:docMk/>
            <pc:sldMk cId="3968650787" sldId="275"/>
            <ac:spMk id="74" creationId="{B69AE8EE-A579-B597-C565-3CA3039847F5}"/>
          </ac:spMkLst>
        </pc:spChg>
        <pc:spChg chg="mod">
          <ac:chgData name="shibariku0623@icloud.com" userId="47b6e960b06a1f92" providerId="LiveId" clId="{5CCD65EB-C94E-4FB1-A1B2-80B2F7E6044C}" dt="2024-07-11T04:26:33.460" v="4042"/>
          <ac:spMkLst>
            <pc:docMk/>
            <pc:sldMk cId="3968650787" sldId="275"/>
            <ac:spMk id="76" creationId="{C2D7AE98-340A-B3CA-ECA1-0C37BBE30982}"/>
          </ac:spMkLst>
        </pc:spChg>
        <pc:spChg chg="mod">
          <ac:chgData name="shibariku0623@icloud.com" userId="47b6e960b06a1f92" providerId="LiveId" clId="{5CCD65EB-C94E-4FB1-A1B2-80B2F7E6044C}" dt="2024-07-11T04:26:40.470" v="4052" actId="20577"/>
          <ac:spMkLst>
            <pc:docMk/>
            <pc:sldMk cId="3968650787" sldId="275"/>
            <ac:spMk id="77" creationId="{86EFD5B6-52BA-78A8-CFB3-B149E3E5895F}"/>
          </ac:spMkLst>
        </pc:spChg>
        <pc:spChg chg="mod">
          <ac:chgData name="shibariku0623@icloud.com" userId="47b6e960b06a1f92" providerId="LiveId" clId="{5CCD65EB-C94E-4FB1-A1B2-80B2F7E6044C}" dt="2024-07-11T04:26:46.147" v="4054"/>
          <ac:spMkLst>
            <pc:docMk/>
            <pc:sldMk cId="3968650787" sldId="275"/>
            <ac:spMk id="79" creationId="{E1A930D6-8CAF-4EBC-B693-017309A9282F}"/>
          </ac:spMkLst>
        </pc:spChg>
        <pc:spChg chg="mod">
          <ac:chgData name="shibariku0623@icloud.com" userId="47b6e960b06a1f92" providerId="LiveId" clId="{5CCD65EB-C94E-4FB1-A1B2-80B2F7E6044C}" dt="2024-07-11T04:26:57.338" v="4081" actId="20577"/>
          <ac:spMkLst>
            <pc:docMk/>
            <pc:sldMk cId="3968650787" sldId="275"/>
            <ac:spMk id="80" creationId="{3662561F-205F-1C86-07CA-7B033591CCAC}"/>
          </ac:spMkLst>
        </pc:spChg>
        <pc:spChg chg="mod">
          <ac:chgData name="shibariku0623@icloud.com" userId="47b6e960b06a1f92" providerId="LiveId" clId="{5CCD65EB-C94E-4FB1-A1B2-80B2F7E6044C}" dt="2024-07-11T04:27:05.103" v="4083"/>
          <ac:spMkLst>
            <pc:docMk/>
            <pc:sldMk cId="3968650787" sldId="275"/>
            <ac:spMk id="82" creationId="{49B97B97-96FB-65C6-4C09-74B740CBFC3C}"/>
          </ac:spMkLst>
        </pc:spChg>
        <pc:spChg chg="mod">
          <ac:chgData name="shibariku0623@icloud.com" userId="47b6e960b06a1f92" providerId="LiveId" clId="{5CCD65EB-C94E-4FB1-A1B2-80B2F7E6044C}" dt="2024-07-11T04:27:17.705" v="4112" actId="20577"/>
          <ac:spMkLst>
            <pc:docMk/>
            <pc:sldMk cId="3968650787" sldId="275"/>
            <ac:spMk id="83" creationId="{1D0F8391-FC13-F78F-3818-37386D82A239}"/>
          </ac:spMkLst>
        </pc:spChg>
        <pc:spChg chg="mod">
          <ac:chgData name="shibariku0623@icloud.com" userId="47b6e960b06a1f92" providerId="LiveId" clId="{5CCD65EB-C94E-4FB1-A1B2-80B2F7E6044C}" dt="2024-07-11T04:27:22.538" v="4114"/>
          <ac:spMkLst>
            <pc:docMk/>
            <pc:sldMk cId="3968650787" sldId="275"/>
            <ac:spMk id="85" creationId="{D8D35A67-7EFC-2C64-114E-751E01D66FA0}"/>
          </ac:spMkLst>
        </pc:spChg>
        <pc:spChg chg="mod">
          <ac:chgData name="shibariku0623@icloud.com" userId="47b6e960b06a1f92" providerId="LiveId" clId="{5CCD65EB-C94E-4FB1-A1B2-80B2F7E6044C}" dt="2024-07-11T04:27:34.440" v="4148" actId="20577"/>
          <ac:spMkLst>
            <pc:docMk/>
            <pc:sldMk cId="3968650787" sldId="275"/>
            <ac:spMk id="86" creationId="{6A29E2D7-6C1E-14D4-7894-3ECFB735CD53}"/>
          </ac:spMkLst>
        </pc:spChg>
        <pc:spChg chg="mod">
          <ac:chgData name="shibariku0623@icloud.com" userId="47b6e960b06a1f92" providerId="LiveId" clId="{5CCD65EB-C94E-4FB1-A1B2-80B2F7E6044C}" dt="2024-07-11T04:27:38.318" v="4150"/>
          <ac:spMkLst>
            <pc:docMk/>
            <pc:sldMk cId="3968650787" sldId="275"/>
            <ac:spMk id="88" creationId="{3247A5B2-E125-CE70-B820-FFCE33C0BB7E}"/>
          </ac:spMkLst>
        </pc:spChg>
        <pc:spChg chg="mod">
          <ac:chgData name="shibariku0623@icloud.com" userId="47b6e960b06a1f92" providerId="LiveId" clId="{5CCD65EB-C94E-4FB1-A1B2-80B2F7E6044C}" dt="2024-07-11T04:27:47.544" v="4175" actId="20577"/>
          <ac:spMkLst>
            <pc:docMk/>
            <pc:sldMk cId="3968650787" sldId="275"/>
            <ac:spMk id="89" creationId="{7A9CA286-CC91-7C88-16BB-1000F67E6B53}"/>
          </ac:spMkLst>
        </pc:spChg>
        <pc:spChg chg="add mod">
          <ac:chgData name="shibariku0623@icloud.com" userId="47b6e960b06a1f92" providerId="LiveId" clId="{5CCD65EB-C94E-4FB1-A1B2-80B2F7E6044C}" dt="2024-07-11T05:03:19.527" v="4380" actId="1076"/>
          <ac:spMkLst>
            <pc:docMk/>
            <pc:sldMk cId="3968650787" sldId="275"/>
            <ac:spMk id="112" creationId="{5448011F-2B50-D963-5E65-DF039FF7EB09}"/>
          </ac:spMkLst>
        </pc:spChg>
        <pc:spChg chg="add mod">
          <ac:chgData name="shibariku0623@icloud.com" userId="47b6e960b06a1f92" providerId="LiveId" clId="{5CCD65EB-C94E-4FB1-A1B2-80B2F7E6044C}" dt="2024-07-11T04:36:24.914" v="4229" actId="1076"/>
          <ac:spMkLst>
            <pc:docMk/>
            <pc:sldMk cId="3968650787" sldId="275"/>
            <ac:spMk id="113" creationId="{D47C32D5-8E25-10ED-71FB-F31F7FBBAB4F}"/>
          </ac:spMkLst>
        </pc:spChg>
        <pc:spChg chg="add mod">
          <ac:chgData name="shibariku0623@icloud.com" userId="47b6e960b06a1f92" providerId="LiveId" clId="{5CCD65EB-C94E-4FB1-A1B2-80B2F7E6044C}" dt="2024-07-11T04:42:13.261" v="4366" actId="1076"/>
          <ac:spMkLst>
            <pc:docMk/>
            <pc:sldMk cId="3968650787" sldId="275"/>
            <ac:spMk id="115" creationId="{534B5E4D-03EE-52A6-1D22-0EEB430F8D01}"/>
          </ac:spMkLst>
        </pc:spChg>
        <pc:grpChg chg="add del mod">
          <ac:chgData name="shibariku0623@icloud.com" userId="47b6e960b06a1f92" providerId="LiveId" clId="{5CCD65EB-C94E-4FB1-A1B2-80B2F7E6044C}" dt="2024-07-11T04:27:37.375" v="4149" actId="478"/>
          <ac:grpSpMkLst>
            <pc:docMk/>
            <pc:sldMk cId="3968650787" sldId="275"/>
            <ac:grpSpMk id="22" creationId="{B21836F3-A887-2964-9BA1-9A561CEABE29}"/>
          </ac:grpSpMkLst>
        </pc:grpChg>
        <pc:grpChg chg="add del mod">
          <ac:chgData name="shibariku0623@icloud.com" userId="47b6e960b06a1f92" providerId="LiveId" clId="{5CCD65EB-C94E-4FB1-A1B2-80B2F7E6044C}" dt="2024-07-10T12:26:28.399" v="3636" actId="165"/>
          <ac:grpSpMkLst>
            <pc:docMk/>
            <pc:sldMk cId="3968650787" sldId="275"/>
            <ac:grpSpMk id="26" creationId="{14E3299E-079C-8D22-5BDA-FBBF34DE3052}"/>
          </ac:grpSpMkLst>
        </pc:grpChg>
        <pc:grpChg chg="add mod">
          <ac:chgData name="shibariku0623@icloud.com" userId="47b6e960b06a1f92" providerId="LiveId" clId="{5CCD65EB-C94E-4FB1-A1B2-80B2F7E6044C}" dt="2024-07-11T04:12:26.284" v="3933"/>
          <ac:grpSpMkLst>
            <pc:docMk/>
            <pc:sldMk cId="3968650787" sldId="275"/>
            <ac:grpSpMk id="26" creationId="{302A7DBD-AA51-07D2-2CFF-AADF5B5EE24F}"/>
          </ac:grpSpMkLst>
        </pc:grpChg>
        <pc:grpChg chg="del mod topLvl">
          <ac:chgData name="shibariku0623@icloud.com" userId="47b6e960b06a1f92" providerId="LiveId" clId="{5CCD65EB-C94E-4FB1-A1B2-80B2F7E6044C}" dt="2024-07-11T04:26:04.801" v="3998" actId="478"/>
          <ac:grpSpMkLst>
            <pc:docMk/>
            <pc:sldMk cId="3968650787" sldId="275"/>
            <ac:grpSpMk id="27" creationId="{1469AC4D-5D9A-6B4A-EF00-E95ED0485710}"/>
          </ac:grpSpMkLst>
        </pc:grpChg>
        <pc:grpChg chg="add del mod">
          <ac:chgData name="shibariku0623@icloud.com" userId="47b6e960b06a1f92" providerId="LiveId" clId="{5CCD65EB-C94E-4FB1-A1B2-80B2F7E6044C}" dt="2024-07-11T04:24:27.560" v="3976" actId="165"/>
          <ac:grpSpMkLst>
            <pc:docMk/>
            <pc:sldMk cId="3968650787" sldId="275"/>
            <ac:grpSpMk id="31" creationId="{551AC9B3-02E9-FAB6-6525-BA2EEA03D1AD}"/>
          </ac:grpSpMkLst>
        </pc:grpChg>
        <pc:grpChg chg="add del mod">
          <ac:chgData name="shibariku0623@icloud.com" userId="47b6e960b06a1f92" providerId="LiveId" clId="{5CCD65EB-C94E-4FB1-A1B2-80B2F7E6044C}" dt="2024-07-11T04:26:30.988" v="4041" actId="478"/>
          <ac:grpSpMkLst>
            <pc:docMk/>
            <pc:sldMk cId="3968650787" sldId="275"/>
            <ac:grpSpMk id="33" creationId="{BC8CA411-5FDA-3118-9C1A-D9240971C5C1}"/>
          </ac:grpSpMkLst>
        </pc:grpChg>
        <pc:grpChg chg="mod">
          <ac:chgData name="shibariku0623@icloud.com" userId="47b6e960b06a1f92" providerId="LiveId" clId="{5CCD65EB-C94E-4FB1-A1B2-80B2F7E6044C}" dt="2024-07-10T12:32:58.411" v="3688"/>
          <ac:grpSpMkLst>
            <pc:docMk/>
            <pc:sldMk cId="3968650787" sldId="275"/>
            <ac:grpSpMk id="34" creationId="{8BC2DB0F-8D13-391C-C31D-34D9AD54536E}"/>
          </ac:grpSpMkLst>
        </pc:grpChg>
        <pc:grpChg chg="add del mod">
          <ac:chgData name="shibariku0623@icloud.com" userId="47b6e960b06a1f92" providerId="LiveId" clId="{5CCD65EB-C94E-4FB1-A1B2-80B2F7E6044C}" dt="2024-07-11T04:26:11.587" v="4000" actId="478"/>
          <ac:grpSpMkLst>
            <pc:docMk/>
            <pc:sldMk cId="3968650787" sldId="275"/>
            <ac:grpSpMk id="38" creationId="{138EDE3F-8C15-4FA5-11B6-670C39AF826C}"/>
          </ac:grpSpMkLst>
        </pc:grpChg>
        <pc:grpChg chg="mod">
          <ac:chgData name="shibariku0623@icloud.com" userId="47b6e960b06a1f92" providerId="LiveId" clId="{5CCD65EB-C94E-4FB1-A1B2-80B2F7E6044C}" dt="2024-07-10T12:35:08.558" v="3715"/>
          <ac:grpSpMkLst>
            <pc:docMk/>
            <pc:sldMk cId="3968650787" sldId="275"/>
            <ac:grpSpMk id="39" creationId="{B8F88E8B-38D2-2C1E-30DB-A3C4DBDFC725}"/>
          </ac:grpSpMkLst>
        </pc:grpChg>
        <pc:grpChg chg="add del mod">
          <ac:chgData name="shibariku0623@icloud.com" userId="47b6e960b06a1f92" providerId="LiveId" clId="{5CCD65EB-C94E-4FB1-A1B2-80B2F7E6044C}" dt="2024-07-11T04:26:43.321" v="4053" actId="478"/>
          <ac:grpSpMkLst>
            <pc:docMk/>
            <pc:sldMk cId="3968650787" sldId="275"/>
            <ac:grpSpMk id="43" creationId="{7B734656-C7BA-0D73-97DA-B47E2F5778B1}"/>
          </ac:grpSpMkLst>
        </pc:grpChg>
        <pc:grpChg chg="mod">
          <ac:chgData name="shibariku0623@icloud.com" userId="47b6e960b06a1f92" providerId="LiveId" clId="{5CCD65EB-C94E-4FB1-A1B2-80B2F7E6044C}" dt="2024-07-10T12:38:30.431" v="3767"/>
          <ac:grpSpMkLst>
            <pc:docMk/>
            <pc:sldMk cId="3968650787" sldId="275"/>
            <ac:grpSpMk id="44" creationId="{1CC96B65-EE08-DE14-3D8F-E3B1315D84D8}"/>
          </ac:grpSpMkLst>
        </pc:grpChg>
        <pc:grpChg chg="add del mod">
          <ac:chgData name="shibariku0623@icloud.com" userId="47b6e960b06a1f92" providerId="LiveId" clId="{5CCD65EB-C94E-4FB1-A1B2-80B2F7E6044C}" dt="2024-07-11T04:27:02.507" v="4082" actId="478"/>
          <ac:grpSpMkLst>
            <pc:docMk/>
            <pc:sldMk cId="3968650787" sldId="275"/>
            <ac:grpSpMk id="48" creationId="{B21836F3-A887-2964-9BA1-9A561CEABE29}"/>
          </ac:grpSpMkLst>
        </pc:grpChg>
        <pc:grpChg chg="mod">
          <ac:chgData name="shibariku0623@icloud.com" userId="47b6e960b06a1f92" providerId="LiveId" clId="{5CCD65EB-C94E-4FB1-A1B2-80B2F7E6044C}" dt="2024-07-10T12:40:01.173" v="3844"/>
          <ac:grpSpMkLst>
            <pc:docMk/>
            <pc:sldMk cId="3968650787" sldId="275"/>
            <ac:grpSpMk id="49" creationId="{302A7DBD-AA51-07D2-2CFF-AADF5B5EE24F}"/>
          </ac:grpSpMkLst>
        </pc:grpChg>
        <pc:grpChg chg="add del mod">
          <ac:chgData name="shibariku0623@icloud.com" userId="47b6e960b06a1f92" providerId="LiveId" clId="{5CCD65EB-C94E-4FB1-A1B2-80B2F7E6044C}" dt="2024-07-11T04:27:21.663" v="4113" actId="478"/>
          <ac:grpSpMkLst>
            <pc:docMk/>
            <pc:sldMk cId="3968650787" sldId="275"/>
            <ac:grpSpMk id="53" creationId="{7CC8B288-FD15-19A8-B887-5F3AD62784FC}"/>
          </ac:grpSpMkLst>
        </pc:grpChg>
        <pc:grpChg chg="mod">
          <ac:chgData name="shibariku0623@icloud.com" userId="47b6e960b06a1f92" providerId="LiveId" clId="{5CCD65EB-C94E-4FB1-A1B2-80B2F7E6044C}" dt="2024-07-10T12:42:07.500" v="3890"/>
          <ac:grpSpMkLst>
            <pc:docMk/>
            <pc:sldMk cId="3968650787" sldId="275"/>
            <ac:grpSpMk id="54" creationId="{090A1603-ABAD-2726-F598-1F1F1B33D100}"/>
          </ac:grpSpMkLst>
        </pc:grpChg>
        <pc:grpChg chg="add mod">
          <ac:chgData name="shibariku0623@icloud.com" userId="47b6e960b06a1f92" providerId="LiveId" clId="{5CCD65EB-C94E-4FB1-A1B2-80B2F7E6044C}" dt="2024-07-11T04:28:02.490" v="4176" actId="1076"/>
          <ac:grpSpMkLst>
            <pc:docMk/>
            <pc:sldMk cId="3968650787" sldId="275"/>
            <ac:grpSpMk id="71" creationId="{847CCECC-F031-B0C9-3E16-BD9415CC8D25}"/>
          </ac:grpSpMkLst>
        </pc:grpChg>
        <pc:grpChg chg="add mod">
          <ac:chgData name="shibariku0623@icloud.com" userId="47b6e960b06a1f92" providerId="LiveId" clId="{5CCD65EB-C94E-4FB1-A1B2-80B2F7E6044C}" dt="2024-07-11T04:28:08.630" v="4177" actId="1076"/>
          <ac:grpSpMkLst>
            <pc:docMk/>
            <pc:sldMk cId="3968650787" sldId="275"/>
            <ac:grpSpMk id="72" creationId="{EE9A07E2-C01F-4C68-2452-87A09589B6B2}"/>
          </ac:grpSpMkLst>
        </pc:grpChg>
        <pc:grpChg chg="add mod">
          <ac:chgData name="shibariku0623@icloud.com" userId="47b6e960b06a1f92" providerId="LiveId" clId="{5CCD65EB-C94E-4FB1-A1B2-80B2F7E6044C}" dt="2024-07-11T04:28:14.821" v="4178" actId="1076"/>
          <ac:grpSpMkLst>
            <pc:docMk/>
            <pc:sldMk cId="3968650787" sldId="275"/>
            <ac:grpSpMk id="75" creationId="{342837AD-89D9-AB61-4B22-8560EDB50AC9}"/>
          </ac:grpSpMkLst>
        </pc:grpChg>
        <pc:grpChg chg="add mod">
          <ac:chgData name="shibariku0623@icloud.com" userId="47b6e960b06a1f92" providerId="LiveId" clId="{5CCD65EB-C94E-4FB1-A1B2-80B2F7E6044C}" dt="2024-07-11T04:30:09.706" v="4190" actId="1076"/>
          <ac:grpSpMkLst>
            <pc:docMk/>
            <pc:sldMk cId="3968650787" sldId="275"/>
            <ac:grpSpMk id="78" creationId="{79C8843A-B260-CC2E-A4F4-F80577329471}"/>
          </ac:grpSpMkLst>
        </pc:grpChg>
        <pc:grpChg chg="add mod">
          <ac:chgData name="shibariku0623@icloud.com" userId="47b6e960b06a1f92" providerId="LiveId" clId="{5CCD65EB-C94E-4FB1-A1B2-80B2F7E6044C}" dt="2024-07-11T04:30:23.178" v="4193" actId="1076"/>
          <ac:grpSpMkLst>
            <pc:docMk/>
            <pc:sldMk cId="3968650787" sldId="275"/>
            <ac:grpSpMk id="81" creationId="{344A91B3-9F72-4257-A934-F0BA76B19193}"/>
          </ac:grpSpMkLst>
        </pc:grpChg>
        <pc:grpChg chg="add mod">
          <ac:chgData name="shibariku0623@icloud.com" userId="47b6e960b06a1f92" providerId="LiveId" clId="{5CCD65EB-C94E-4FB1-A1B2-80B2F7E6044C}" dt="2024-07-11T04:28:56.077" v="4181" actId="1076"/>
          <ac:grpSpMkLst>
            <pc:docMk/>
            <pc:sldMk cId="3968650787" sldId="275"/>
            <ac:grpSpMk id="84" creationId="{A828D947-E372-5BBB-A5F8-C773585604AE}"/>
          </ac:grpSpMkLst>
        </pc:grpChg>
        <pc:grpChg chg="add mod">
          <ac:chgData name="shibariku0623@icloud.com" userId="47b6e960b06a1f92" providerId="LiveId" clId="{5CCD65EB-C94E-4FB1-A1B2-80B2F7E6044C}" dt="2024-07-11T04:29:05.209" v="4182" actId="1076"/>
          <ac:grpSpMkLst>
            <pc:docMk/>
            <pc:sldMk cId="3968650787" sldId="275"/>
            <ac:grpSpMk id="87" creationId="{0BAE38BF-27D7-3AA3-86BC-69B42302D252}"/>
          </ac:grpSpMkLst>
        </pc:grpChg>
        <pc:cxnChg chg="add del mod">
          <ac:chgData name="shibariku0623@icloud.com" userId="47b6e960b06a1f92" providerId="LiveId" clId="{5CCD65EB-C94E-4FB1-A1B2-80B2F7E6044C}" dt="2024-07-11T04:25:53.582" v="3996" actId="478"/>
          <ac:cxnSpMkLst>
            <pc:docMk/>
            <pc:sldMk cId="3968650787" sldId="275"/>
            <ac:cxnSpMk id="62" creationId="{A8FFF673-468F-844C-090B-D972B32EE12B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91" creationId="{EC01C5B1-575E-DF75-0A61-B052FD10FE8F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93" creationId="{0FEC4F59-40A3-B957-91F5-2009E5CF648D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95" creationId="{82B53BEF-42BA-AB54-CCBF-D5A490BF509F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96" creationId="{6012A55D-65C8-31F9-E26B-C6522CB80DC5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98" creationId="{A41F66E5-C1E7-25F0-D780-C8C9F625802E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100" creationId="{F1ADC195-5682-3C10-0697-21E03FCA5135}"/>
          </ac:cxnSpMkLst>
        </pc:cxnChg>
        <pc:cxnChg chg="add del mod">
          <ac:chgData name="shibariku0623@icloud.com" userId="47b6e960b06a1f92" providerId="LiveId" clId="{5CCD65EB-C94E-4FB1-A1B2-80B2F7E6044C}" dt="2024-07-11T04:31:44.367" v="4200" actId="478"/>
          <ac:cxnSpMkLst>
            <pc:docMk/>
            <pc:sldMk cId="3968650787" sldId="275"/>
            <ac:cxnSpMk id="102" creationId="{37DAB277-03F6-743A-E402-705CCF4321EB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104" creationId="{2DB9CD6C-E63B-4979-BF28-D7D317E8B4B5}"/>
          </ac:cxnSpMkLst>
        </pc:cxnChg>
        <pc:cxnChg chg="add del mod">
          <ac:chgData name="shibariku0623@icloud.com" userId="47b6e960b06a1f92" providerId="LiveId" clId="{5CCD65EB-C94E-4FB1-A1B2-80B2F7E6044C}" dt="2024-07-11T04:32:05.752" v="4204" actId="478"/>
          <ac:cxnSpMkLst>
            <pc:docMk/>
            <pc:sldMk cId="3968650787" sldId="275"/>
            <ac:cxnSpMk id="105" creationId="{C43B1961-55FE-C67D-751A-9E335A89EC05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107" creationId="{8FA62CA0-0791-D570-5004-E8F536D50FC0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109" creationId="{BEFC9BF4-7E43-CFB4-9E80-C630BD5E8B9F}"/>
          </ac:cxnSpMkLst>
        </pc:cxnChg>
        <pc:cxnChg chg="add mod">
          <ac:chgData name="shibariku0623@icloud.com" userId="47b6e960b06a1f92" providerId="LiveId" clId="{5CCD65EB-C94E-4FB1-A1B2-80B2F7E6044C}" dt="2024-07-11T04:34:13.715" v="4215" actId="692"/>
          <ac:cxnSpMkLst>
            <pc:docMk/>
            <pc:sldMk cId="3968650787" sldId="275"/>
            <ac:cxnSpMk id="111" creationId="{9E525829-4C30-4438-44C4-B755AA98ABFD}"/>
          </ac:cxnSpMkLst>
        </pc:cxnChg>
      </pc:sldChg>
      <pc:sldChg chg="addSp delSp modSp add del mod ord">
        <pc:chgData name="shibariku0623@icloud.com" userId="47b6e960b06a1f92" providerId="LiveId" clId="{5CCD65EB-C94E-4FB1-A1B2-80B2F7E6044C}" dt="2024-07-10T12:22:42.510" v="3624" actId="47"/>
        <pc:sldMkLst>
          <pc:docMk/>
          <pc:sldMk cId="3784251257" sldId="276"/>
        </pc:sldMkLst>
        <pc:spChg chg="add mod">
          <ac:chgData name="shibariku0623@icloud.com" userId="47b6e960b06a1f92" providerId="LiveId" clId="{5CCD65EB-C94E-4FB1-A1B2-80B2F7E6044C}" dt="2024-07-06T10:14:20.459" v="671"/>
          <ac:spMkLst>
            <pc:docMk/>
            <pc:sldMk cId="3784251257" sldId="276"/>
            <ac:spMk id="23" creationId="{6AF0E138-3C39-EA60-2418-086D1D581B5F}"/>
          </ac:spMkLst>
        </pc:spChg>
        <pc:spChg chg="mod">
          <ac:chgData name="shibariku0623@icloud.com" userId="47b6e960b06a1f92" providerId="LiveId" clId="{5CCD65EB-C94E-4FB1-A1B2-80B2F7E6044C}" dt="2024-07-06T10:52:42.009" v="1366" actId="255"/>
          <ac:spMkLst>
            <pc:docMk/>
            <pc:sldMk cId="3784251257" sldId="276"/>
            <ac:spMk id="24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05:14:04.356" v="600" actId="20577"/>
          <ac:spMkLst>
            <pc:docMk/>
            <pc:sldMk cId="3784251257" sldId="276"/>
            <ac:spMk id="25" creationId="{00000000-0000-0000-0000-000000000000}"/>
          </ac:spMkLst>
        </pc:spChg>
        <pc:spChg chg="add mod">
          <ac:chgData name="shibariku0623@icloud.com" userId="47b6e960b06a1f92" providerId="LiveId" clId="{5CCD65EB-C94E-4FB1-A1B2-80B2F7E6044C}" dt="2024-07-06T11:05:18.395" v="1534" actId="1076"/>
          <ac:spMkLst>
            <pc:docMk/>
            <pc:sldMk cId="3784251257" sldId="276"/>
            <ac:spMk id="28" creationId="{79AE947C-91E9-4EAC-A8D8-2C2F4BB40336}"/>
          </ac:spMkLst>
        </pc:spChg>
        <pc:spChg chg="add del mod">
          <ac:chgData name="shibariku0623@icloud.com" userId="47b6e960b06a1f92" providerId="LiveId" clId="{5CCD65EB-C94E-4FB1-A1B2-80B2F7E6044C}" dt="2024-07-06T11:06:05.437" v="1538" actId="478"/>
          <ac:spMkLst>
            <pc:docMk/>
            <pc:sldMk cId="3784251257" sldId="276"/>
            <ac:spMk id="30" creationId="{8F6A6E4F-41CE-05EC-04A3-274D29AD8069}"/>
          </ac:spMkLst>
        </pc:spChg>
        <pc:spChg chg="add mod">
          <ac:chgData name="shibariku0623@icloud.com" userId="47b6e960b06a1f92" providerId="LiveId" clId="{5CCD65EB-C94E-4FB1-A1B2-80B2F7E6044C}" dt="2024-07-06T11:06:24.904" v="1541" actId="1076"/>
          <ac:spMkLst>
            <pc:docMk/>
            <pc:sldMk cId="3784251257" sldId="276"/>
            <ac:spMk id="31" creationId="{3DA912B8-0103-2F1D-BAF8-7CDFCA22365E}"/>
          </ac:spMkLst>
        </pc:spChg>
        <pc:picChg chg="add del mod modCrop">
          <ac:chgData name="shibariku0623@icloud.com" userId="47b6e960b06a1f92" providerId="LiveId" clId="{5CCD65EB-C94E-4FB1-A1B2-80B2F7E6044C}" dt="2024-07-06T11:06:17.397" v="1539" actId="478"/>
          <ac:picMkLst>
            <pc:docMk/>
            <pc:sldMk cId="3784251257" sldId="276"/>
            <ac:picMk id="27" creationId="{5435415B-F3DA-2F6C-5350-A9931AA52AB5}"/>
          </ac:picMkLst>
        </pc:picChg>
      </pc:sldChg>
      <pc:sldChg chg="addSp delSp modSp add mod ord">
        <pc:chgData name="shibariku0623@icloud.com" userId="47b6e960b06a1f92" providerId="LiveId" clId="{5CCD65EB-C94E-4FB1-A1B2-80B2F7E6044C}" dt="2024-07-07T13:33:58.895" v="2026" actId="207"/>
        <pc:sldMkLst>
          <pc:docMk/>
          <pc:sldMk cId="632024819" sldId="277"/>
        </pc:sldMkLst>
        <pc:spChg chg="del mod">
          <ac:chgData name="shibariku0623@icloud.com" userId="47b6e960b06a1f92" providerId="LiveId" clId="{5CCD65EB-C94E-4FB1-A1B2-80B2F7E6044C}" dt="2024-07-06T10:22:41.722" v="791"/>
          <ac:spMkLst>
            <pc:docMk/>
            <pc:sldMk cId="632024819" sldId="277"/>
            <ac:spMk id="22" creationId="{92064E83-12A2-04D8-9E1F-4CB85957054D}"/>
          </ac:spMkLst>
        </pc:spChg>
        <pc:spChg chg="mod">
          <ac:chgData name="shibariku0623@icloud.com" userId="47b6e960b06a1f92" providerId="LiveId" clId="{5CCD65EB-C94E-4FB1-A1B2-80B2F7E6044C}" dt="2024-07-06T10:20:04.517" v="781" actId="1076"/>
          <ac:spMkLst>
            <pc:docMk/>
            <pc:sldMk cId="632024819" sldId="277"/>
            <ac:spMk id="23" creationId="{D9AD7586-6509-574D-DFF1-30FD28086FB8}"/>
          </ac:spMkLst>
        </pc:spChg>
        <pc:spChg chg="mod">
          <ac:chgData name="shibariku0623@icloud.com" userId="47b6e960b06a1f92" providerId="LiveId" clId="{5CCD65EB-C94E-4FB1-A1B2-80B2F7E6044C}" dt="2024-07-06T10:52:32.332" v="1365" actId="255"/>
          <ac:spMkLst>
            <pc:docMk/>
            <pc:sldMk cId="632024819" sldId="277"/>
            <ac:spMk id="24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10:22:10.324" v="788" actId="207"/>
          <ac:spMkLst>
            <pc:docMk/>
            <pc:sldMk cId="632024819" sldId="277"/>
            <ac:spMk id="25" creationId="{00000000-0000-0000-0000-000000000000}"/>
          </ac:spMkLst>
        </pc:spChg>
        <pc:spChg chg="del">
          <ac:chgData name="shibariku0623@icloud.com" userId="47b6e960b06a1f92" providerId="LiveId" clId="{5CCD65EB-C94E-4FB1-A1B2-80B2F7E6044C}" dt="2024-07-06T10:11:48.294" v="644" actId="478"/>
          <ac:spMkLst>
            <pc:docMk/>
            <pc:sldMk cId="632024819" sldId="277"/>
            <ac:spMk id="26" creationId="{5CF1AE62-82DD-3F06-F97C-4707276221C8}"/>
          </ac:spMkLst>
        </pc:spChg>
        <pc:spChg chg="del">
          <ac:chgData name="shibariku0623@icloud.com" userId="47b6e960b06a1f92" providerId="LiveId" clId="{5CCD65EB-C94E-4FB1-A1B2-80B2F7E6044C}" dt="2024-07-06T10:11:50.470" v="645" actId="478"/>
          <ac:spMkLst>
            <pc:docMk/>
            <pc:sldMk cId="632024819" sldId="277"/>
            <ac:spMk id="27" creationId="{7DDBFB48-717A-5118-A81A-D76CB6693FBC}"/>
          </ac:spMkLst>
        </pc:spChg>
        <pc:spChg chg="add mod">
          <ac:chgData name="shibariku0623@icloud.com" userId="47b6e960b06a1f92" providerId="LiveId" clId="{5CCD65EB-C94E-4FB1-A1B2-80B2F7E6044C}" dt="2024-07-06T10:14:15.287" v="668" actId="1035"/>
          <ac:spMkLst>
            <pc:docMk/>
            <pc:sldMk cId="632024819" sldId="277"/>
            <ac:spMk id="29" creationId="{27224670-9190-F1F6-7A02-DB54144436E0}"/>
          </ac:spMkLst>
        </pc:spChg>
        <pc:spChg chg="add mod">
          <ac:chgData name="shibariku0623@icloud.com" userId="47b6e960b06a1f92" providerId="LiveId" clId="{5CCD65EB-C94E-4FB1-A1B2-80B2F7E6044C}" dt="2024-07-06T10:36:26.088" v="1304" actId="1076"/>
          <ac:spMkLst>
            <pc:docMk/>
            <pc:sldMk cId="632024819" sldId="277"/>
            <ac:spMk id="30" creationId="{1FE2A5AB-F6B7-0011-B112-A4E8E850D0AF}"/>
          </ac:spMkLst>
        </pc:spChg>
        <pc:spChg chg="add del mod">
          <ac:chgData name="shibariku0623@icloud.com" userId="47b6e960b06a1f92" providerId="LiveId" clId="{5CCD65EB-C94E-4FB1-A1B2-80B2F7E6044C}" dt="2024-07-06T10:29:04.579" v="925" actId="478"/>
          <ac:spMkLst>
            <pc:docMk/>
            <pc:sldMk cId="632024819" sldId="277"/>
            <ac:spMk id="31" creationId="{490A878A-A7F4-03EB-7ABF-945F90A291EC}"/>
          </ac:spMkLst>
        </pc:spChg>
        <pc:spChg chg="add mod">
          <ac:chgData name="shibariku0623@icloud.com" userId="47b6e960b06a1f92" providerId="LiveId" clId="{5CCD65EB-C94E-4FB1-A1B2-80B2F7E6044C}" dt="2024-07-06T10:36:23.775" v="1303" actId="1076"/>
          <ac:spMkLst>
            <pc:docMk/>
            <pc:sldMk cId="632024819" sldId="277"/>
            <ac:spMk id="32" creationId="{7826D9AB-0F72-BAB2-20C5-026E9CCB1F13}"/>
          </ac:spMkLst>
        </pc:spChg>
        <pc:spChg chg="add mod">
          <ac:chgData name="shibariku0623@icloud.com" userId="47b6e960b06a1f92" providerId="LiveId" clId="{5CCD65EB-C94E-4FB1-A1B2-80B2F7E6044C}" dt="2024-07-07T13:33:58.895" v="2026" actId="207"/>
          <ac:spMkLst>
            <pc:docMk/>
            <pc:sldMk cId="632024819" sldId="277"/>
            <ac:spMk id="34" creationId="{ABB53C2E-7DB4-E6D9-65B3-755576C01F89}"/>
          </ac:spMkLst>
        </pc:spChg>
        <pc:spChg chg="add del mod">
          <ac:chgData name="shibariku0623@icloud.com" userId="47b6e960b06a1f92" providerId="LiveId" clId="{5CCD65EB-C94E-4FB1-A1B2-80B2F7E6044C}" dt="2024-07-06T10:54:03.401" v="1378" actId="478"/>
          <ac:spMkLst>
            <pc:docMk/>
            <pc:sldMk cId="632024819" sldId="277"/>
            <ac:spMk id="36" creationId="{B98653E6-7BA9-5519-3A68-2DAE81D44E45}"/>
          </ac:spMkLst>
        </pc:spChg>
      </pc:sldChg>
      <pc:sldChg chg="addSp delSp modSp add mod">
        <pc:chgData name="shibariku0623@icloud.com" userId="47b6e960b06a1f92" providerId="LiveId" clId="{5CCD65EB-C94E-4FB1-A1B2-80B2F7E6044C}" dt="2024-07-06T10:54:46.299" v="1396" actId="255"/>
        <pc:sldMkLst>
          <pc:docMk/>
          <pc:sldMk cId="260892850" sldId="278"/>
        </pc:sldMkLst>
        <pc:spChg chg="add del mod">
          <ac:chgData name="shibariku0623@icloud.com" userId="47b6e960b06a1f92" providerId="LiveId" clId="{5CCD65EB-C94E-4FB1-A1B2-80B2F7E6044C}" dt="2024-07-06T10:37:19.410" v="1315" actId="478"/>
          <ac:spMkLst>
            <pc:docMk/>
            <pc:sldMk cId="260892850" sldId="278"/>
            <ac:spMk id="22" creationId="{859A688A-4E57-CB1C-453A-138124C561EF}"/>
          </ac:spMkLst>
        </pc:spChg>
        <pc:spChg chg="mod">
          <ac:chgData name="shibariku0623@icloud.com" userId="47b6e960b06a1f92" providerId="LiveId" clId="{5CCD65EB-C94E-4FB1-A1B2-80B2F7E6044C}" dt="2024-07-06T10:54:46.299" v="1396" actId="255"/>
          <ac:spMkLst>
            <pc:docMk/>
            <pc:sldMk cId="260892850" sldId="278"/>
            <ac:spMk id="23" creationId="{D9AD7586-6509-574D-DFF1-30FD28086FB8}"/>
          </ac:spMkLst>
        </pc:spChg>
        <pc:spChg chg="mod">
          <ac:chgData name="shibariku0623@icloud.com" userId="47b6e960b06a1f92" providerId="LiveId" clId="{5CCD65EB-C94E-4FB1-A1B2-80B2F7E6044C}" dt="2024-07-06T10:52:48.933" v="1367" actId="255"/>
          <ac:spMkLst>
            <pc:docMk/>
            <pc:sldMk cId="260892850" sldId="278"/>
            <ac:spMk id="24" creationId="{00000000-0000-0000-0000-000000000000}"/>
          </ac:spMkLst>
        </pc:spChg>
        <pc:spChg chg="mod">
          <ac:chgData name="shibariku0623@icloud.com" userId="47b6e960b06a1f92" providerId="LiveId" clId="{5CCD65EB-C94E-4FB1-A1B2-80B2F7E6044C}" dt="2024-07-06T10:52:19.847" v="1364" actId="1076"/>
          <ac:spMkLst>
            <pc:docMk/>
            <pc:sldMk cId="260892850" sldId="278"/>
            <ac:spMk id="30" creationId="{1FE2A5AB-F6B7-0011-B112-A4E8E850D0AF}"/>
          </ac:spMkLst>
        </pc:spChg>
        <pc:spChg chg="del">
          <ac:chgData name="shibariku0623@icloud.com" userId="47b6e960b06a1f92" providerId="LiveId" clId="{5CCD65EB-C94E-4FB1-A1B2-80B2F7E6044C}" dt="2024-07-06T10:37:28.403" v="1328" actId="478"/>
          <ac:spMkLst>
            <pc:docMk/>
            <pc:sldMk cId="260892850" sldId="278"/>
            <ac:spMk id="32" creationId="{7826D9AB-0F72-BAB2-20C5-026E9CCB1F13}"/>
          </ac:spMkLst>
        </pc:spChg>
        <pc:spChg chg="del">
          <ac:chgData name="shibariku0623@icloud.com" userId="47b6e960b06a1f92" providerId="LiveId" clId="{5CCD65EB-C94E-4FB1-A1B2-80B2F7E6044C}" dt="2024-07-06T10:37:28.403" v="1328" actId="478"/>
          <ac:spMkLst>
            <pc:docMk/>
            <pc:sldMk cId="260892850" sldId="278"/>
            <ac:spMk id="34" creationId="{ABB53C2E-7DB4-E6D9-65B3-755576C01F89}"/>
          </ac:spMkLst>
        </pc:spChg>
      </pc:sldChg>
      <pc:sldChg chg="addSp delSp modSp add mod">
        <pc:chgData name="shibariku0623@icloud.com" userId="47b6e960b06a1f92" providerId="LiveId" clId="{5CCD65EB-C94E-4FB1-A1B2-80B2F7E6044C}" dt="2024-07-10T12:23:23.094" v="3633" actId="1076"/>
        <pc:sldMkLst>
          <pc:docMk/>
          <pc:sldMk cId="862819513" sldId="279"/>
        </pc:sldMkLst>
        <pc:spChg chg="mod topLvl">
          <ac:chgData name="shibariku0623@icloud.com" userId="47b6e960b06a1f92" providerId="LiveId" clId="{5CCD65EB-C94E-4FB1-A1B2-80B2F7E6044C}" dt="2024-07-07T13:35:18.087" v="2028" actId="207"/>
          <ac:spMkLst>
            <pc:docMk/>
            <pc:sldMk cId="862819513" sldId="279"/>
            <ac:spMk id="26" creationId="{3CBF144F-5444-AD9F-4569-64074F8B2464}"/>
          </ac:spMkLst>
        </pc:spChg>
        <pc:spChg chg="mod topLvl">
          <ac:chgData name="shibariku0623@icloud.com" userId="47b6e960b06a1f92" providerId="LiveId" clId="{5CCD65EB-C94E-4FB1-A1B2-80B2F7E6044C}" dt="2024-07-06T11:30:08.656" v="2014" actId="2710"/>
          <ac:spMkLst>
            <pc:docMk/>
            <pc:sldMk cId="862819513" sldId="279"/>
            <ac:spMk id="27" creationId="{9F1F5D8F-BADD-C98E-EA7C-562458404374}"/>
          </ac:spMkLst>
        </pc:spChg>
        <pc:spChg chg="mod">
          <ac:chgData name="shibariku0623@icloud.com" userId="47b6e960b06a1f92" providerId="LiveId" clId="{5CCD65EB-C94E-4FB1-A1B2-80B2F7E6044C}" dt="2024-07-06T11:08:33.283" v="1556" actId="20577"/>
          <ac:spMkLst>
            <pc:docMk/>
            <pc:sldMk cId="862819513" sldId="279"/>
            <ac:spMk id="28" creationId="{79AE947C-91E9-4EAC-A8D8-2C2F4BB40336}"/>
          </ac:spMkLst>
        </pc:spChg>
        <pc:spChg chg="add mod">
          <ac:chgData name="shibariku0623@icloud.com" userId="47b6e960b06a1f92" providerId="LiveId" clId="{5CCD65EB-C94E-4FB1-A1B2-80B2F7E6044C}" dt="2024-07-10T12:22:57.158" v="3626" actId="1076"/>
          <ac:spMkLst>
            <pc:docMk/>
            <pc:sldMk cId="862819513" sldId="279"/>
            <ac:spMk id="30" creationId="{4CA68C9F-1198-A3B8-6B68-F2B24606086C}"/>
          </ac:spMkLst>
        </pc:spChg>
        <pc:spChg chg="del">
          <ac:chgData name="shibariku0623@icloud.com" userId="47b6e960b06a1f92" providerId="LiveId" clId="{5CCD65EB-C94E-4FB1-A1B2-80B2F7E6044C}" dt="2024-07-06T11:08:26.664" v="1543" actId="478"/>
          <ac:spMkLst>
            <pc:docMk/>
            <pc:sldMk cId="862819513" sldId="279"/>
            <ac:spMk id="31" creationId="{3DA912B8-0103-2F1D-BAF8-7CDFCA22365E}"/>
          </ac:spMkLst>
        </pc:spChg>
        <pc:spChg chg="add mod">
          <ac:chgData name="shibariku0623@icloud.com" userId="47b6e960b06a1f92" providerId="LiveId" clId="{5CCD65EB-C94E-4FB1-A1B2-80B2F7E6044C}" dt="2024-07-10T12:23:01.383" v="3627" actId="1076"/>
          <ac:spMkLst>
            <pc:docMk/>
            <pc:sldMk cId="862819513" sldId="279"/>
            <ac:spMk id="32" creationId="{F45E654E-DAC8-56F3-2FC7-5E63A4BACD66}"/>
          </ac:spMkLst>
        </pc:spChg>
        <pc:grpChg chg="add del mod">
          <ac:chgData name="shibariku0623@icloud.com" userId="47b6e960b06a1f92" providerId="LiveId" clId="{5CCD65EB-C94E-4FB1-A1B2-80B2F7E6044C}" dt="2024-07-06T11:10:32.641" v="1559" actId="165"/>
          <ac:grpSpMkLst>
            <pc:docMk/>
            <pc:sldMk cId="862819513" sldId="279"/>
            <ac:grpSpMk id="22" creationId="{75478C81-C62E-B24C-0E86-C41D8400F0DE}"/>
          </ac:grpSpMkLst>
        </pc:grpChg>
        <pc:grpChg chg="add mod">
          <ac:chgData name="shibariku0623@icloud.com" userId="47b6e960b06a1f92" providerId="LiveId" clId="{5CCD65EB-C94E-4FB1-A1B2-80B2F7E6044C}" dt="2024-07-10T12:22:50.267" v="3625" actId="1076"/>
          <ac:grpSpMkLst>
            <pc:docMk/>
            <pc:sldMk cId="862819513" sldId="279"/>
            <ac:grpSpMk id="29" creationId="{9A8F8AAF-A92C-51AA-C68C-4A3BA9D770F6}"/>
          </ac:grpSpMkLst>
        </pc:grpChg>
        <pc:picChg chg="add mod">
          <ac:chgData name="shibariku0623@icloud.com" userId="47b6e960b06a1f92" providerId="LiveId" clId="{5CCD65EB-C94E-4FB1-A1B2-80B2F7E6044C}" dt="2024-07-10T12:23:23.094" v="3633" actId="1076"/>
          <ac:picMkLst>
            <pc:docMk/>
            <pc:sldMk cId="862819513" sldId="279"/>
            <ac:picMk id="34" creationId="{A929CF1E-76B0-9F18-088C-9920585616F2}"/>
          </ac:picMkLst>
        </pc:picChg>
      </pc:sldChg>
      <pc:sldChg chg="addSp modSp add mod">
        <pc:chgData name="shibariku0623@icloud.com" userId="47b6e960b06a1f92" providerId="LiveId" clId="{5CCD65EB-C94E-4FB1-A1B2-80B2F7E6044C}" dt="2024-07-08T06:39:24.877" v="3585"/>
        <pc:sldMkLst>
          <pc:docMk/>
          <pc:sldMk cId="2762733761" sldId="280"/>
        </pc:sldMkLst>
        <pc:spChg chg="add mod">
          <ac:chgData name="shibariku0623@icloud.com" userId="47b6e960b06a1f92" providerId="LiveId" clId="{5CCD65EB-C94E-4FB1-A1B2-80B2F7E6044C}" dt="2024-07-08T06:36:05.495" v="3513"/>
          <ac:spMkLst>
            <pc:docMk/>
            <pc:sldMk cId="2762733761" sldId="280"/>
            <ac:spMk id="22" creationId="{7EC9F8B1-07DC-5C5C-F1AF-769F3FA71052}"/>
          </ac:spMkLst>
        </pc:spChg>
        <pc:spChg chg="add mod">
          <ac:chgData name="shibariku0623@icloud.com" userId="47b6e960b06a1f92" providerId="LiveId" clId="{5CCD65EB-C94E-4FB1-A1B2-80B2F7E6044C}" dt="2024-07-08T06:37:19.803" v="3526" actId="20577"/>
          <ac:spMkLst>
            <pc:docMk/>
            <pc:sldMk cId="2762733761" sldId="280"/>
            <ac:spMk id="23" creationId="{08A5EA31-FD29-EF81-165A-24DE71473E38}"/>
          </ac:spMkLst>
        </pc:spChg>
        <pc:spChg chg="add mod">
          <ac:chgData name="shibariku0623@icloud.com" userId="47b6e960b06a1f92" providerId="LiveId" clId="{5CCD65EB-C94E-4FB1-A1B2-80B2F7E6044C}" dt="2024-07-08T06:39:24.877" v="3585"/>
          <ac:spMkLst>
            <pc:docMk/>
            <pc:sldMk cId="2762733761" sldId="280"/>
            <ac:spMk id="27" creationId="{D559FC5A-CE0D-733D-B1F8-CE9370D5CA7A}"/>
          </ac:spMkLst>
        </pc:spChg>
        <pc:spChg chg="mod">
          <ac:chgData name="shibariku0623@icloud.com" userId="47b6e960b06a1f92" providerId="LiveId" clId="{5CCD65EB-C94E-4FB1-A1B2-80B2F7E6044C}" dt="2024-07-08T05:39:43.599" v="3286" actId="1076"/>
          <ac:spMkLst>
            <pc:docMk/>
            <pc:sldMk cId="2762733761" sldId="280"/>
            <ac:spMk id="29" creationId="{A18754D7-3288-6E11-A196-571FE00613CF}"/>
          </ac:spMkLst>
        </pc:spChg>
        <pc:picChg chg="add mod">
          <ac:chgData name="shibariku0623@icloud.com" userId="47b6e960b06a1f92" providerId="LiveId" clId="{5CCD65EB-C94E-4FB1-A1B2-80B2F7E6044C}" dt="2024-07-08T06:37:10.935" v="3522" actId="1076"/>
          <ac:picMkLst>
            <pc:docMk/>
            <pc:sldMk cId="2762733761" sldId="280"/>
            <ac:picMk id="26" creationId="{8F970B91-3C4D-00EE-5C7B-C8F58E105413}"/>
          </ac:picMkLst>
        </pc:picChg>
      </pc:sldChg>
      <pc:sldChg chg="addSp delSp modSp add mod">
        <pc:chgData name="shibariku0623@icloud.com" userId="47b6e960b06a1f92" providerId="LiveId" clId="{5CCD65EB-C94E-4FB1-A1B2-80B2F7E6044C}" dt="2024-07-08T06:39:26.473" v="3586"/>
        <pc:sldMkLst>
          <pc:docMk/>
          <pc:sldMk cId="1617933752" sldId="281"/>
        </pc:sldMkLst>
        <pc:spChg chg="add del mod">
          <ac:chgData name="shibariku0623@icloud.com" userId="47b6e960b06a1f92" providerId="LiveId" clId="{5CCD65EB-C94E-4FB1-A1B2-80B2F7E6044C}" dt="2024-07-08T06:38:12.314" v="3571" actId="478"/>
          <ac:spMkLst>
            <pc:docMk/>
            <pc:sldMk cId="1617933752" sldId="281"/>
            <ac:spMk id="22" creationId="{FD24B9FD-3B66-C601-E826-4A8A4D7AF097}"/>
          </ac:spMkLst>
        </pc:spChg>
        <pc:spChg chg="add del mod">
          <ac:chgData name="shibariku0623@icloud.com" userId="47b6e960b06a1f92" providerId="LiveId" clId="{5CCD65EB-C94E-4FB1-A1B2-80B2F7E6044C}" dt="2024-07-08T06:37:35.152" v="3529" actId="478"/>
          <ac:spMkLst>
            <pc:docMk/>
            <pc:sldMk cId="1617933752" sldId="281"/>
            <ac:spMk id="23" creationId="{59D536C9-5D8E-D390-3A1C-BD6F3B40D705}"/>
          </ac:spMkLst>
        </pc:spChg>
        <pc:spChg chg="add mod">
          <ac:chgData name="shibariku0623@icloud.com" userId="47b6e960b06a1f92" providerId="LiveId" clId="{5CCD65EB-C94E-4FB1-A1B2-80B2F7E6044C}" dt="2024-07-08T06:38:12.548" v="3572"/>
          <ac:spMkLst>
            <pc:docMk/>
            <pc:sldMk cId="1617933752" sldId="281"/>
            <ac:spMk id="27" creationId="{503887F7-E5F4-F001-CC6D-91F83EA728EB}"/>
          </ac:spMkLst>
        </pc:spChg>
        <pc:spChg chg="add mod">
          <ac:chgData name="shibariku0623@icloud.com" userId="47b6e960b06a1f92" providerId="LiveId" clId="{5CCD65EB-C94E-4FB1-A1B2-80B2F7E6044C}" dt="2024-07-08T06:38:44.964" v="3579"/>
          <ac:spMkLst>
            <pc:docMk/>
            <pc:sldMk cId="1617933752" sldId="281"/>
            <ac:spMk id="28" creationId="{A1092448-01DC-FBC9-D061-AC6FBF37ABC1}"/>
          </ac:spMkLst>
        </pc:spChg>
        <pc:spChg chg="del mod">
          <ac:chgData name="shibariku0623@icloud.com" userId="47b6e960b06a1f92" providerId="LiveId" clId="{5CCD65EB-C94E-4FB1-A1B2-80B2F7E6044C}" dt="2024-07-08T06:38:44.604" v="3578" actId="478"/>
          <ac:spMkLst>
            <pc:docMk/>
            <pc:sldMk cId="1617933752" sldId="281"/>
            <ac:spMk id="29" creationId="{A18754D7-3288-6E11-A196-571FE00613CF}"/>
          </ac:spMkLst>
        </pc:spChg>
        <pc:spChg chg="add mod">
          <ac:chgData name="shibariku0623@icloud.com" userId="47b6e960b06a1f92" providerId="LiveId" clId="{5CCD65EB-C94E-4FB1-A1B2-80B2F7E6044C}" dt="2024-07-08T06:39:26.473" v="3586"/>
          <ac:spMkLst>
            <pc:docMk/>
            <pc:sldMk cId="1617933752" sldId="281"/>
            <ac:spMk id="30" creationId="{5FA6F0A5-9371-B991-3990-4D01BFE67082}"/>
          </ac:spMkLst>
        </pc:spChg>
        <pc:picChg chg="add mod">
          <ac:chgData name="shibariku0623@icloud.com" userId="47b6e960b06a1f92" providerId="LiveId" clId="{5CCD65EB-C94E-4FB1-A1B2-80B2F7E6044C}" dt="2024-07-08T06:38:20.548" v="3575" actId="1076"/>
          <ac:picMkLst>
            <pc:docMk/>
            <pc:sldMk cId="1617933752" sldId="281"/>
            <ac:picMk id="26" creationId="{902EEC54-F53E-B7FA-C2B4-F2C840FB977F}"/>
          </ac:picMkLst>
        </pc:picChg>
      </pc:sldChg>
      <pc:sldChg chg="addSp delSp modSp add mod">
        <pc:chgData name="shibariku0623@icloud.com" userId="47b6e960b06a1f92" providerId="LiveId" clId="{5CCD65EB-C94E-4FB1-A1B2-80B2F7E6044C}" dt="2024-07-08T06:39:23.063" v="3584"/>
        <pc:sldMkLst>
          <pc:docMk/>
          <pc:sldMk cId="2095689492" sldId="282"/>
        </pc:sldMkLst>
        <pc:spChg chg="add mod">
          <ac:chgData name="shibariku0623@icloud.com" userId="47b6e960b06a1f92" providerId="LiveId" clId="{5CCD65EB-C94E-4FB1-A1B2-80B2F7E6044C}" dt="2024-07-08T06:38:07.298" v="3570" actId="14100"/>
          <ac:spMkLst>
            <pc:docMk/>
            <pc:sldMk cId="2095689492" sldId="282"/>
            <ac:spMk id="24" creationId="{27CEDA9D-7174-3D27-4038-DEB5C6F82618}"/>
          </ac:spMkLst>
        </pc:spChg>
        <pc:spChg chg="add mod">
          <ac:chgData name="shibariku0623@icloud.com" userId="47b6e960b06a1f92" providerId="LiveId" clId="{5CCD65EB-C94E-4FB1-A1B2-80B2F7E6044C}" dt="2024-07-08T06:39:23.063" v="3584"/>
          <ac:spMkLst>
            <pc:docMk/>
            <pc:sldMk cId="2095689492" sldId="282"/>
            <ac:spMk id="26" creationId="{D7559589-C7AC-CE5B-AED8-1D1647DF4E29}"/>
          </ac:spMkLst>
        </pc:spChg>
        <pc:picChg chg="add mod">
          <ac:chgData name="shibariku0623@icloud.com" userId="47b6e960b06a1f92" providerId="LiveId" clId="{5CCD65EB-C94E-4FB1-A1B2-80B2F7E6044C}" dt="2024-07-08T06:37:56.357" v="3537" actId="1076"/>
          <ac:picMkLst>
            <pc:docMk/>
            <pc:sldMk cId="2095689492" sldId="282"/>
            <ac:picMk id="23" creationId="{276AD0A3-F566-5352-6827-817C8CDE0C91}"/>
          </ac:picMkLst>
        </pc:picChg>
        <pc:picChg chg="del">
          <ac:chgData name="shibariku0623@icloud.com" userId="47b6e960b06a1f92" providerId="LiveId" clId="{5CCD65EB-C94E-4FB1-A1B2-80B2F7E6044C}" dt="2024-07-08T06:29:50.879" v="3358" actId="478"/>
          <ac:picMkLst>
            <pc:docMk/>
            <pc:sldMk cId="2095689492" sldId="282"/>
            <ac:picMk id="31" creationId="{E91AA7CB-BB3E-EA18-1528-2C0717B50A11}"/>
          </ac:picMkLst>
        </pc:picChg>
      </pc:sldChg>
      <pc:sldChg chg="addSp delSp modSp add mod">
        <pc:chgData name="shibariku0623@icloud.com" userId="47b6e960b06a1f92" providerId="LiveId" clId="{5CCD65EB-C94E-4FB1-A1B2-80B2F7E6044C}" dt="2024-07-08T06:42:24.485" v="3623" actId="20577"/>
        <pc:sldMkLst>
          <pc:docMk/>
          <pc:sldMk cId="1783300477" sldId="283"/>
        </pc:sldMkLst>
        <pc:spChg chg="add mod">
          <ac:chgData name="shibariku0623@icloud.com" userId="47b6e960b06a1f92" providerId="LiveId" clId="{5CCD65EB-C94E-4FB1-A1B2-80B2F7E6044C}" dt="2024-07-08T06:39:28.179" v="3587"/>
          <ac:spMkLst>
            <pc:docMk/>
            <pc:sldMk cId="1783300477" sldId="283"/>
            <ac:spMk id="22" creationId="{8B0A9C98-2681-1483-D606-24A10E747F15}"/>
          </ac:spMkLst>
        </pc:spChg>
        <pc:spChg chg="del">
          <ac:chgData name="shibariku0623@icloud.com" userId="47b6e960b06a1f92" providerId="LiveId" clId="{5CCD65EB-C94E-4FB1-A1B2-80B2F7E6044C}" dt="2024-07-08T06:40:56.732" v="3599" actId="478"/>
          <ac:spMkLst>
            <pc:docMk/>
            <pc:sldMk cId="1783300477" sldId="283"/>
            <ac:spMk id="27" creationId="{503887F7-E5F4-F001-CC6D-91F83EA728EB}"/>
          </ac:spMkLst>
        </pc:spChg>
        <pc:spChg chg="add mod">
          <ac:chgData name="shibariku0623@icloud.com" userId="47b6e960b06a1f92" providerId="LiveId" clId="{5CCD65EB-C94E-4FB1-A1B2-80B2F7E6044C}" dt="2024-07-08T06:40:57.029" v="3600"/>
          <ac:spMkLst>
            <pc:docMk/>
            <pc:sldMk cId="1783300477" sldId="283"/>
            <ac:spMk id="28" creationId="{994B59CF-E015-CA3F-2F98-CDEB440AB888}"/>
          </ac:spMkLst>
        </pc:spChg>
        <pc:spChg chg="add mod">
          <ac:chgData name="shibariku0623@icloud.com" userId="47b6e960b06a1f92" providerId="LiveId" clId="{5CCD65EB-C94E-4FB1-A1B2-80B2F7E6044C}" dt="2024-07-08T06:42:24.485" v="3623" actId="20577"/>
          <ac:spMkLst>
            <pc:docMk/>
            <pc:sldMk cId="1783300477" sldId="283"/>
            <ac:spMk id="30" creationId="{B7387D63-6A04-DE26-F9AC-67D414AEEB01}"/>
          </ac:spMkLst>
        </pc:spChg>
        <pc:picChg chg="add mod">
          <ac:chgData name="shibariku0623@icloud.com" userId="47b6e960b06a1f92" providerId="LiveId" clId="{5CCD65EB-C94E-4FB1-A1B2-80B2F7E6044C}" dt="2024-07-08T06:42:08.102" v="3622" actId="1076"/>
          <ac:picMkLst>
            <pc:docMk/>
            <pc:sldMk cId="1783300477" sldId="283"/>
            <ac:picMk id="24" creationId="{E68F5A65-E4EA-2D32-87A0-0F08106DC94C}"/>
          </ac:picMkLst>
        </pc:picChg>
        <pc:picChg chg="del">
          <ac:chgData name="shibariku0623@icloud.com" userId="47b6e960b06a1f92" providerId="LiveId" clId="{5CCD65EB-C94E-4FB1-A1B2-80B2F7E6044C}" dt="2024-07-08T06:39:49.374" v="3589" actId="478"/>
          <ac:picMkLst>
            <pc:docMk/>
            <pc:sldMk cId="1783300477" sldId="283"/>
            <ac:picMk id="26" creationId="{902EEC54-F53E-B7FA-C2B4-F2C840FB977F}"/>
          </ac:picMkLst>
        </pc:picChg>
      </pc:sldChg>
      <pc:sldChg chg="addSp delSp modSp add mod">
        <pc:chgData name="shibariku0623@icloud.com" userId="47b6e960b06a1f92" providerId="LiveId" clId="{5CCD65EB-C94E-4FB1-A1B2-80B2F7E6044C}" dt="2024-07-08T06:41:49.383" v="3620" actId="1076"/>
        <pc:sldMkLst>
          <pc:docMk/>
          <pc:sldMk cId="2004529740" sldId="284"/>
        </pc:sldMkLst>
        <pc:spChg chg="add mod">
          <ac:chgData name="shibariku0623@icloud.com" userId="47b6e960b06a1f92" providerId="LiveId" clId="{5CCD65EB-C94E-4FB1-A1B2-80B2F7E6044C}" dt="2024-07-08T06:39:29.995" v="3588"/>
          <ac:spMkLst>
            <pc:docMk/>
            <pc:sldMk cId="2004529740" sldId="284"/>
            <ac:spMk id="22" creationId="{A78FF581-AD84-76F6-C09F-24D985359C7C}"/>
          </ac:spMkLst>
        </pc:spChg>
        <pc:picChg chg="add mod">
          <ac:chgData name="shibariku0623@icloud.com" userId="47b6e960b06a1f92" providerId="LiveId" clId="{5CCD65EB-C94E-4FB1-A1B2-80B2F7E6044C}" dt="2024-07-08T06:41:49.383" v="3620" actId="1076"/>
          <ac:picMkLst>
            <pc:docMk/>
            <pc:sldMk cId="2004529740" sldId="284"/>
            <ac:picMk id="24" creationId="{D0886291-5001-A9E9-23AD-5AA5E3483E6A}"/>
          </ac:picMkLst>
        </pc:picChg>
        <pc:picChg chg="del">
          <ac:chgData name="shibariku0623@icloud.com" userId="47b6e960b06a1f92" providerId="LiveId" clId="{5CCD65EB-C94E-4FB1-A1B2-80B2F7E6044C}" dt="2024-07-08T06:39:52.063" v="3590" actId="478"/>
          <ac:picMkLst>
            <pc:docMk/>
            <pc:sldMk cId="2004529740" sldId="284"/>
            <ac:picMk id="26" creationId="{902EEC54-F53E-B7FA-C2B4-F2C840FB977F}"/>
          </ac:picMkLst>
        </pc:picChg>
      </pc:sldChg>
      <pc:sldChg chg="add del setBg">
        <pc:chgData name="shibariku0623@icloud.com" userId="47b6e960b06a1f92" providerId="LiveId" clId="{5CCD65EB-C94E-4FB1-A1B2-80B2F7E6044C}" dt="2024-07-11T05:02:04.212" v="4377" actId="47"/>
        <pc:sldMkLst>
          <pc:docMk/>
          <pc:sldMk cId="208839356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2024/7/18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982E-F34B-49B3-8847-8DEA52C902AE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3C4C4-8034-4B74-A3E5-B6287EDC523C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A07B-C635-4B36-82F6-01978278E64C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20DD-E074-40B5-94EE-0DD91554270F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41EC-65DD-4E77-9338-45F8757CFDC6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B288-6C6B-4AF7-B990-206A31287ED9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D7EA4-E1FB-4006-A78D-42B807D18202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08D4-45AC-4B27-B3E5-4FC9EEA773CB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A0B9-9DAD-4BB3-A65B-D541739E8686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05-3AE9-414B-8F20-1BCEC2AB96A7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5036-8154-489A-9438-6B73A935956A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A76A-8849-43AF-947B-5A98BF2C788A}" type="datetime1">
              <a:rPr lang="en-US" altLang="ja-JP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753231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生活音の分類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72000" y="7106921"/>
            <a:ext cx="9905999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先進工学部電子システム工学科</a:t>
            </a:r>
            <a:r>
              <a:rPr lang="en-US" altLang="ja-JP" sz="4000" dirty="0"/>
              <a:t>4</a:t>
            </a:r>
            <a:r>
              <a:rPr lang="ja-JP" altLang="en-US" sz="4000" dirty="0"/>
              <a:t>年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251159" y="5992057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2024年7月18日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3338756"/>
            <a:ext cx="6318717" cy="4095352"/>
            <a:chOff x="10121433" y="2372121"/>
            <a:chExt cx="6318717" cy="4095352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408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目的</a:t>
              </a:r>
              <a:endParaRPr lang="en-US" altLang="ja-JP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取得した音響データ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音響解析手法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機械学習手法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結果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まとめ</a:t>
              </a:r>
              <a:endParaRPr 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409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05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2</a:t>
            </a:fld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3338756"/>
            <a:ext cx="6318717" cy="4095352"/>
            <a:chOff x="10121433" y="2372121"/>
            <a:chExt cx="6318717" cy="4095352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408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目的</a:t>
              </a:r>
              <a:endParaRPr lang="en-US" altLang="ja-JP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取得した音響データ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音響解析手法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機械学習手法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結果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まとめ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409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05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3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97149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2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狙い・目的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4</a:t>
            </a:fld>
            <a:endParaRPr lang="en-US" sz="4800" dirty="0"/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1FE2A5AB-F6B7-0011-B112-A4E8E850D0AF}"/>
              </a:ext>
            </a:extLst>
          </p:cNvPr>
          <p:cNvSpPr txBox="1"/>
          <p:nvPr/>
        </p:nvSpPr>
        <p:spPr>
          <a:xfrm>
            <a:off x="3477277" y="4845085"/>
            <a:ext cx="11333445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Clr>
                <a:srgbClr val="64A4A3"/>
              </a:buClr>
              <a:buSzPct val="100000"/>
            </a:pPr>
            <a:r>
              <a:rPr lang="ja-JP" altLang="en-US" sz="4400" u="none" strike="noStrike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インターホンや電化製品のアラーム音などを分類できれば、聴覚に障害を持つ方の生活がより良くなると考えたから</a:t>
            </a:r>
            <a:endParaRPr lang="en-US" altLang="ja-JP" sz="4400" u="none" strike="noStrike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632024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3338756"/>
            <a:ext cx="6318717" cy="4095352"/>
            <a:chOff x="10121433" y="2372121"/>
            <a:chExt cx="6318717" cy="4095352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408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目的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取得した音響データ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音響解析手法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機械学習手法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結果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まとめ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409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05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5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22152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8" y="1676416"/>
            <a:ext cx="6434081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取得した音響データ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02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6AF0E138-3C39-EA60-2418-086D1D58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6</a:t>
            </a:fld>
            <a:endParaRPr lang="en-US" sz="4800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9A8F8AAF-A92C-51AA-C68C-4A3BA9D770F6}"/>
              </a:ext>
            </a:extLst>
          </p:cNvPr>
          <p:cNvGrpSpPr/>
          <p:nvPr/>
        </p:nvGrpSpPr>
        <p:grpSpPr>
          <a:xfrm>
            <a:off x="4191000" y="4162571"/>
            <a:ext cx="11619847" cy="3252493"/>
            <a:chOff x="4191000" y="4440739"/>
            <a:chExt cx="7647224" cy="3252493"/>
          </a:xfrm>
        </p:grpSpPr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3CBF144F-5444-AD9F-4569-64074F8B2464}"/>
                </a:ext>
              </a:extLst>
            </p:cNvPr>
            <p:cNvSpPr txBox="1"/>
            <p:nvPr/>
          </p:nvSpPr>
          <p:spPr>
            <a:xfrm>
              <a:off x="4893080" y="4440739"/>
              <a:ext cx="6945144" cy="32360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ja-JP" altLang="en-US" sz="3600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炊飯器</a:t>
              </a:r>
              <a:endParaRPr lang="en-US" altLang="ja-JP" sz="36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ct val="150000"/>
                </a:lnSpc>
              </a:pPr>
              <a:r>
                <a:rPr lang="ja-JP" altLang="en-US" sz="3600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洗濯機の終了音</a:t>
              </a:r>
              <a:endParaRPr lang="en-US" altLang="ja-JP" sz="36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ct val="150000"/>
                </a:lnSpc>
              </a:pPr>
              <a:r>
                <a:rPr lang="ja-JP" altLang="en-US" sz="3600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インターホン</a:t>
              </a:r>
              <a:endParaRPr lang="en-US" altLang="ja-JP" sz="36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ct val="150000"/>
                </a:lnSpc>
              </a:pPr>
              <a:r>
                <a:rPr lang="ja-JP" altLang="en-US" sz="3600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目覚まし時計のアラーム音</a:t>
              </a:r>
              <a:endParaRPr lang="en-US" sz="36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9F1F5D8F-BADD-C98E-EA7C-562458404374}"/>
                </a:ext>
              </a:extLst>
            </p:cNvPr>
            <p:cNvSpPr txBox="1"/>
            <p:nvPr/>
          </p:nvSpPr>
          <p:spPr>
            <a:xfrm>
              <a:off x="4191000" y="4440739"/>
              <a:ext cx="1151616" cy="3252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36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ct val="150000"/>
                </a:lnSpc>
              </a:pPr>
              <a:r>
                <a:rPr lang="en-US" sz="36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ct val="150000"/>
                </a:lnSpc>
              </a:pPr>
              <a:r>
                <a:rPr lang="en-US" sz="36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ct val="150000"/>
                </a:lnSpc>
              </a:pPr>
              <a:r>
                <a:rPr lang="en-US" sz="36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  <p:sp>
        <p:nvSpPr>
          <p:cNvPr id="22" name="楕円 21">
            <a:extLst>
              <a:ext uri="{FF2B5EF4-FFF2-40B4-BE49-F238E27FC236}">
                <a16:creationId xmlns:a16="http://schemas.microsoft.com/office/drawing/2014/main" id="{32369679-021D-A6D3-EF5F-63D477FEC1CC}"/>
              </a:ext>
            </a:extLst>
          </p:cNvPr>
          <p:cNvSpPr/>
          <p:nvPr/>
        </p:nvSpPr>
        <p:spPr>
          <a:xfrm>
            <a:off x="11970953" y="4445339"/>
            <a:ext cx="4252093" cy="2401378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8AA7BD4-A07C-25D2-B07D-D79079D0C1F3}"/>
              </a:ext>
            </a:extLst>
          </p:cNvPr>
          <p:cNvSpPr txBox="1"/>
          <p:nvPr/>
        </p:nvSpPr>
        <p:spPr>
          <a:xfrm>
            <a:off x="12515850" y="5372579"/>
            <a:ext cx="3562350" cy="573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それぞれ</a:t>
            </a:r>
            <a:r>
              <a:rPr lang="en-US" altLang="ja-JP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12</a:t>
            </a:r>
            <a:r>
              <a:rPr lang="ja-JP" alt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秒</a:t>
            </a:r>
            <a:endParaRPr lang="en-US" altLang="ja-JP" sz="3200" dirty="0">
              <a:solidFill>
                <a:schemeClr val="bg1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2" name="二等辺三角形 31">
            <a:extLst>
              <a:ext uri="{FF2B5EF4-FFF2-40B4-BE49-F238E27FC236}">
                <a16:creationId xmlns:a16="http://schemas.microsoft.com/office/drawing/2014/main" id="{66A150B9-9F4A-9E61-2578-CC8FC5CB64CB}"/>
              </a:ext>
            </a:extLst>
          </p:cNvPr>
          <p:cNvSpPr/>
          <p:nvPr/>
        </p:nvSpPr>
        <p:spPr>
          <a:xfrm rot="15281277">
            <a:off x="11433970" y="5427294"/>
            <a:ext cx="736455" cy="1038450"/>
          </a:xfrm>
          <a:prstGeom prst="triangl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8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3338756"/>
            <a:ext cx="6318717" cy="4095352"/>
            <a:chOff x="10121433" y="2372121"/>
            <a:chExt cx="6318717" cy="4095352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408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目的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取得した音響データ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音響解析手法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機械学習手法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結果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まとめ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409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05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7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2562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8" y="1676416"/>
            <a:ext cx="7805681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音響解析手法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03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D960F128-A11E-06C0-B8F5-CE33823A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8</a:t>
            </a:fld>
            <a:endParaRPr lang="en-US" sz="4800" dirty="0"/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847CCECC-F031-B0C9-3E16-BD9415CC8D25}"/>
              </a:ext>
            </a:extLst>
          </p:cNvPr>
          <p:cNvGrpSpPr/>
          <p:nvPr/>
        </p:nvGrpSpPr>
        <p:grpSpPr>
          <a:xfrm>
            <a:off x="1476347" y="3290540"/>
            <a:ext cx="4937892" cy="624245"/>
            <a:chOff x="7818054" y="5559595"/>
            <a:chExt cx="4937892" cy="624245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0B67373C-A5B9-647A-25B7-A386120A8B74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TextBox 29">
              <a:extLst>
                <a:ext uri="{FF2B5EF4-FFF2-40B4-BE49-F238E27FC236}">
                  <a16:creationId xmlns:a16="http://schemas.microsoft.com/office/drawing/2014/main" id="{EE9F15B8-0239-7C6E-7B99-8021B8AC34C2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Wav</a:t>
              </a: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データ読み込み</a:t>
              </a:r>
              <a:endParaRPr 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EE9A07E2-C01F-4C68-2452-87A09589B6B2}"/>
              </a:ext>
            </a:extLst>
          </p:cNvPr>
          <p:cNvGrpSpPr/>
          <p:nvPr/>
        </p:nvGrpSpPr>
        <p:grpSpPr>
          <a:xfrm>
            <a:off x="1476347" y="4431706"/>
            <a:ext cx="4937892" cy="624245"/>
            <a:chOff x="7818054" y="5559595"/>
            <a:chExt cx="4937892" cy="624245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756EC254-CEF7-910F-15C7-CD4AA8C33DC2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TextBox 29">
              <a:extLst>
                <a:ext uri="{FF2B5EF4-FFF2-40B4-BE49-F238E27FC236}">
                  <a16:creationId xmlns:a16="http://schemas.microsoft.com/office/drawing/2014/main" id="{B69AE8EE-A579-B597-C565-3CA3039847F5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1</a:t>
              </a: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秒区切り</a:t>
              </a:r>
              <a:endParaRPr 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342837AD-89D9-AB61-4B22-8560EDB50AC9}"/>
              </a:ext>
            </a:extLst>
          </p:cNvPr>
          <p:cNvGrpSpPr/>
          <p:nvPr/>
        </p:nvGrpSpPr>
        <p:grpSpPr>
          <a:xfrm>
            <a:off x="1476347" y="5572872"/>
            <a:ext cx="4937892" cy="624245"/>
            <a:chOff x="7818054" y="5559595"/>
            <a:chExt cx="4937892" cy="624245"/>
          </a:xfrm>
        </p:grpSpPr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C2D7AE98-340A-B3CA-ECA1-0C37BBE30982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TextBox 29">
              <a:extLst>
                <a:ext uri="{FF2B5EF4-FFF2-40B4-BE49-F238E27FC236}">
                  <a16:creationId xmlns:a16="http://schemas.microsoft.com/office/drawing/2014/main" id="{86EFD5B6-52BA-78A8-CFB3-B149E3E5895F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STFT</a:t>
              </a:r>
            </a:p>
          </p:txBody>
        </p: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79C8843A-B260-CC2E-A4F4-F80577329471}"/>
              </a:ext>
            </a:extLst>
          </p:cNvPr>
          <p:cNvGrpSpPr/>
          <p:nvPr/>
        </p:nvGrpSpPr>
        <p:grpSpPr>
          <a:xfrm>
            <a:off x="1477391" y="6741646"/>
            <a:ext cx="4937892" cy="624245"/>
            <a:chOff x="7818054" y="5559595"/>
            <a:chExt cx="4937892" cy="624245"/>
          </a:xfrm>
        </p:grpSpPr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E1A930D6-8CAF-4EBC-B693-017309A9282F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TextBox 29">
              <a:extLst>
                <a:ext uri="{FF2B5EF4-FFF2-40B4-BE49-F238E27FC236}">
                  <a16:creationId xmlns:a16="http://schemas.microsoft.com/office/drawing/2014/main" id="{3662561F-205F-1C86-07CA-7B033591CCAC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振幅スペクトル</a:t>
              </a:r>
              <a:endParaRPr 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44A91B3-9F72-4257-A934-F0BA76B19193}"/>
              </a:ext>
            </a:extLst>
          </p:cNvPr>
          <p:cNvGrpSpPr/>
          <p:nvPr/>
        </p:nvGrpSpPr>
        <p:grpSpPr>
          <a:xfrm>
            <a:off x="1476347" y="7910919"/>
            <a:ext cx="4937892" cy="624245"/>
            <a:chOff x="7818054" y="5559595"/>
            <a:chExt cx="4937892" cy="624245"/>
          </a:xfrm>
        </p:grpSpPr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49B97B97-96FB-65C6-4C09-74B740CBFC3C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TextBox 29">
              <a:extLst>
                <a:ext uri="{FF2B5EF4-FFF2-40B4-BE49-F238E27FC236}">
                  <a16:creationId xmlns:a16="http://schemas.microsoft.com/office/drawing/2014/main" id="{1D0F8391-FC13-F78F-3818-37386D82A239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(224, 224)</a:t>
              </a: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にリサイズ</a:t>
              </a:r>
              <a:endParaRPr 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A828D947-E372-5BBB-A5F8-C773585604AE}"/>
              </a:ext>
            </a:extLst>
          </p:cNvPr>
          <p:cNvGrpSpPr/>
          <p:nvPr/>
        </p:nvGrpSpPr>
        <p:grpSpPr>
          <a:xfrm>
            <a:off x="8153400" y="3290540"/>
            <a:ext cx="4937892" cy="624245"/>
            <a:chOff x="7818054" y="5559595"/>
            <a:chExt cx="4937892" cy="624245"/>
          </a:xfrm>
        </p:grpSpPr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D8D35A67-7EFC-2C64-114E-751E01D66FA0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TextBox 29">
              <a:extLst>
                <a:ext uri="{FF2B5EF4-FFF2-40B4-BE49-F238E27FC236}">
                  <a16:creationId xmlns:a16="http://schemas.microsoft.com/office/drawing/2014/main" id="{6A29E2D7-6C1E-14D4-7894-3ECFB735CD53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スペクトログラム保存</a:t>
              </a:r>
              <a:endParaRPr 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0BAE38BF-27D7-3AA3-86BC-69B42302D252}"/>
              </a:ext>
            </a:extLst>
          </p:cNvPr>
          <p:cNvGrpSpPr/>
          <p:nvPr/>
        </p:nvGrpSpPr>
        <p:grpSpPr>
          <a:xfrm>
            <a:off x="8153400" y="5566441"/>
            <a:ext cx="4937892" cy="624245"/>
            <a:chOff x="7818054" y="5559595"/>
            <a:chExt cx="4937892" cy="624245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3247A5B2-E125-CE70-B820-FFCE33C0BB7E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TextBox 29">
              <a:extLst>
                <a:ext uri="{FF2B5EF4-FFF2-40B4-BE49-F238E27FC236}">
                  <a16:creationId xmlns:a16="http://schemas.microsoft.com/office/drawing/2014/main" id="{7A9CA286-CC91-7C88-16BB-1000F67E6B53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altLang="ja-JP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Train</a:t>
              </a: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Val = 8</a:t>
              </a: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：</a:t>
              </a:r>
              <a:r>
                <a:rPr lang="en-US" altLang="ja-JP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2</a:t>
              </a:r>
              <a:endParaRPr 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EC01C5B1-575E-DF75-0A61-B052FD10FE8F}"/>
              </a:ext>
            </a:extLst>
          </p:cNvPr>
          <p:cNvCxnSpPr>
            <a:stCxn id="64" idx="2"/>
            <a:endCxn id="73" idx="0"/>
          </p:cNvCxnSpPr>
          <p:nvPr/>
        </p:nvCxnSpPr>
        <p:spPr>
          <a:xfrm>
            <a:off x="3945293" y="3914785"/>
            <a:ext cx="0" cy="516921"/>
          </a:xfrm>
          <a:prstGeom prst="straightConnector1">
            <a:avLst/>
          </a:prstGeom>
          <a:ln w="25400">
            <a:solidFill>
              <a:srgbClr val="64A4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FEC4F59-40A3-B957-91F5-2009E5CF648D}"/>
              </a:ext>
            </a:extLst>
          </p:cNvPr>
          <p:cNvCxnSpPr>
            <a:cxnSpLocks/>
            <a:stCxn id="74" idx="2"/>
            <a:endCxn id="76" idx="0"/>
          </p:cNvCxnSpPr>
          <p:nvPr/>
        </p:nvCxnSpPr>
        <p:spPr>
          <a:xfrm>
            <a:off x="3945293" y="4994396"/>
            <a:ext cx="0" cy="578476"/>
          </a:xfrm>
          <a:prstGeom prst="straightConnector1">
            <a:avLst/>
          </a:prstGeom>
          <a:ln w="25400">
            <a:solidFill>
              <a:srgbClr val="64A4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2B53BEF-42BA-AB54-CCBF-D5A490BF509F}"/>
              </a:ext>
            </a:extLst>
          </p:cNvPr>
          <p:cNvCxnSpPr/>
          <p:nvPr/>
        </p:nvCxnSpPr>
        <p:spPr>
          <a:xfrm>
            <a:off x="3945293" y="6197117"/>
            <a:ext cx="0" cy="516921"/>
          </a:xfrm>
          <a:prstGeom prst="straightConnector1">
            <a:avLst/>
          </a:prstGeom>
          <a:ln w="25400">
            <a:solidFill>
              <a:srgbClr val="64A4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6012A55D-65C8-31F9-E26B-C6522CB80DC5}"/>
              </a:ext>
            </a:extLst>
          </p:cNvPr>
          <p:cNvCxnSpPr/>
          <p:nvPr/>
        </p:nvCxnSpPr>
        <p:spPr>
          <a:xfrm>
            <a:off x="3945293" y="7365891"/>
            <a:ext cx="0" cy="516921"/>
          </a:xfrm>
          <a:prstGeom prst="straightConnector1">
            <a:avLst/>
          </a:prstGeom>
          <a:ln w="25400">
            <a:solidFill>
              <a:srgbClr val="64A4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A41F66E5-C1E7-25F0-D780-C8C9F625802E}"/>
              </a:ext>
            </a:extLst>
          </p:cNvPr>
          <p:cNvCxnSpPr>
            <a:stCxn id="83" idx="2"/>
          </p:cNvCxnSpPr>
          <p:nvPr/>
        </p:nvCxnSpPr>
        <p:spPr>
          <a:xfrm>
            <a:off x="3945293" y="8473609"/>
            <a:ext cx="0" cy="327491"/>
          </a:xfrm>
          <a:prstGeom prst="line">
            <a:avLst/>
          </a:prstGeom>
          <a:ln w="25400">
            <a:solidFill>
              <a:srgbClr val="64A4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F1ADC195-5682-3C10-0697-21E03FCA5135}"/>
              </a:ext>
            </a:extLst>
          </p:cNvPr>
          <p:cNvCxnSpPr/>
          <p:nvPr/>
        </p:nvCxnSpPr>
        <p:spPr>
          <a:xfrm>
            <a:off x="3945293" y="8801100"/>
            <a:ext cx="3217507" cy="0"/>
          </a:xfrm>
          <a:prstGeom prst="line">
            <a:avLst/>
          </a:prstGeom>
          <a:ln w="25400">
            <a:solidFill>
              <a:srgbClr val="64A4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2DB9CD6C-E63B-4979-BF28-D7D317E8B4B5}"/>
              </a:ext>
            </a:extLst>
          </p:cNvPr>
          <p:cNvCxnSpPr/>
          <p:nvPr/>
        </p:nvCxnSpPr>
        <p:spPr>
          <a:xfrm flipV="1">
            <a:off x="7162800" y="3009900"/>
            <a:ext cx="0" cy="5791200"/>
          </a:xfrm>
          <a:prstGeom prst="line">
            <a:avLst/>
          </a:prstGeom>
          <a:ln w="25400">
            <a:solidFill>
              <a:srgbClr val="64A4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8FA62CA0-0791-D570-5004-E8F536D50FC0}"/>
              </a:ext>
            </a:extLst>
          </p:cNvPr>
          <p:cNvCxnSpPr/>
          <p:nvPr/>
        </p:nvCxnSpPr>
        <p:spPr>
          <a:xfrm>
            <a:off x="7162800" y="3009900"/>
            <a:ext cx="3459546" cy="0"/>
          </a:xfrm>
          <a:prstGeom prst="line">
            <a:avLst/>
          </a:prstGeom>
          <a:ln w="25400">
            <a:solidFill>
              <a:srgbClr val="64A4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BEFC9BF4-7E43-CFB4-9E80-C630BD5E8B9F}"/>
              </a:ext>
            </a:extLst>
          </p:cNvPr>
          <p:cNvCxnSpPr>
            <a:endCxn id="85" idx="0"/>
          </p:cNvCxnSpPr>
          <p:nvPr/>
        </p:nvCxnSpPr>
        <p:spPr>
          <a:xfrm>
            <a:off x="10622346" y="3009900"/>
            <a:ext cx="0" cy="280640"/>
          </a:xfrm>
          <a:prstGeom prst="straightConnector1">
            <a:avLst/>
          </a:prstGeom>
          <a:ln w="25400">
            <a:solidFill>
              <a:srgbClr val="64A4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9E525829-4C30-4438-44C4-B755AA98ABFD}"/>
              </a:ext>
            </a:extLst>
          </p:cNvPr>
          <p:cNvCxnSpPr>
            <a:stCxn id="86" idx="2"/>
          </p:cNvCxnSpPr>
          <p:nvPr/>
        </p:nvCxnSpPr>
        <p:spPr>
          <a:xfrm>
            <a:off x="10622346" y="3853230"/>
            <a:ext cx="0" cy="578476"/>
          </a:xfrm>
          <a:prstGeom prst="straightConnector1">
            <a:avLst/>
          </a:prstGeom>
          <a:ln w="25400">
            <a:solidFill>
              <a:srgbClr val="64A4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楕円 111">
            <a:extLst>
              <a:ext uri="{FF2B5EF4-FFF2-40B4-BE49-F238E27FC236}">
                <a16:creationId xmlns:a16="http://schemas.microsoft.com/office/drawing/2014/main" id="{5448011F-2B50-D963-5E65-DF039FF7EB09}"/>
              </a:ext>
            </a:extLst>
          </p:cNvPr>
          <p:cNvSpPr/>
          <p:nvPr/>
        </p:nvSpPr>
        <p:spPr>
          <a:xfrm>
            <a:off x="12220216" y="6298046"/>
            <a:ext cx="4937893" cy="2708233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二等辺三角形 112">
            <a:extLst>
              <a:ext uri="{FF2B5EF4-FFF2-40B4-BE49-F238E27FC236}">
                <a16:creationId xmlns:a16="http://schemas.microsoft.com/office/drawing/2014/main" id="{D47C32D5-8E25-10ED-71FB-F31F7FBBAB4F}"/>
              </a:ext>
            </a:extLst>
          </p:cNvPr>
          <p:cNvSpPr/>
          <p:nvPr/>
        </p:nvSpPr>
        <p:spPr>
          <a:xfrm rot="19582965">
            <a:off x="13449428" y="4971054"/>
            <a:ext cx="840416" cy="1759380"/>
          </a:xfrm>
          <a:prstGeom prst="triangl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11E990D-BC22-E429-809B-10F7A2CC4E81}"/>
              </a:ext>
            </a:extLst>
          </p:cNvPr>
          <p:cNvGrpSpPr/>
          <p:nvPr/>
        </p:nvGrpSpPr>
        <p:grpSpPr>
          <a:xfrm>
            <a:off x="8166970" y="4432570"/>
            <a:ext cx="4937892" cy="624245"/>
            <a:chOff x="7818054" y="5559595"/>
            <a:chExt cx="4937892" cy="624245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2F34C48D-702D-C5B5-FD53-D432CB0C66FA}"/>
                </a:ext>
              </a:extLst>
            </p:cNvPr>
            <p:cNvSpPr/>
            <p:nvPr/>
          </p:nvSpPr>
          <p:spPr>
            <a:xfrm>
              <a:off x="7818054" y="5559595"/>
              <a:ext cx="4937892" cy="624245"/>
            </a:xfrm>
            <a:prstGeom prst="rect">
              <a:avLst/>
            </a:prstGeom>
            <a:solidFill>
              <a:srgbClr val="64A4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TextBox 29">
              <a:extLst>
                <a:ext uri="{FF2B5EF4-FFF2-40B4-BE49-F238E27FC236}">
                  <a16:creationId xmlns:a16="http://schemas.microsoft.com/office/drawing/2014/main" id="{5448548D-ECD1-65E9-4D35-66EDBA97E957}"/>
                </a:ext>
              </a:extLst>
            </p:cNvPr>
            <p:cNvSpPr txBox="1"/>
            <p:nvPr/>
          </p:nvSpPr>
          <p:spPr>
            <a:xfrm>
              <a:off x="7818054" y="5640678"/>
              <a:ext cx="4937892" cy="4816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ja-JP" altLang="en-US" sz="3200" dirty="0">
                  <a:solidFill>
                    <a:schemeClr val="bg1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データ拡張</a:t>
              </a:r>
              <a:endParaRPr 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A6D0EC18-CD44-B1E6-0DAB-9955C3E2B5AF}"/>
              </a:ext>
            </a:extLst>
          </p:cNvPr>
          <p:cNvCxnSpPr/>
          <p:nvPr/>
        </p:nvCxnSpPr>
        <p:spPr>
          <a:xfrm>
            <a:off x="10622346" y="4994396"/>
            <a:ext cx="0" cy="578476"/>
          </a:xfrm>
          <a:prstGeom prst="straightConnector1">
            <a:avLst/>
          </a:prstGeom>
          <a:ln w="25400">
            <a:solidFill>
              <a:srgbClr val="64A4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A4DC602-8791-F455-5F6F-4CB1C8A129CD}"/>
              </a:ext>
            </a:extLst>
          </p:cNvPr>
          <p:cNvSpPr txBox="1"/>
          <p:nvPr/>
        </p:nvSpPr>
        <p:spPr>
          <a:xfrm>
            <a:off x="12675585" y="7190443"/>
            <a:ext cx="4143375" cy="98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ホワイトノイズ付加</a:t>
            </a:r>
            <a:endParaRPr lang="en-US" altLang="ja-JP" sz="3200" dirty="0">
              <a:solidFill>
                <a:schemeClr val="bg1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lvl="0" indent="-457200">
              <a:lnSpc>
                <a:spcPts val="3919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chemeClr val="bg1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時間シフト</a:t>
            </a:r>
            <a:endParaRPr lang="en-US" altLang="ja-JP" sz="3200" dirty="0">
              <a:solidFill>
                <a:schemeClr val="bg1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6865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3338756"/>
            <a:ext cx="6318717" cy="4095352"/>
            <a:chOff x="10121433" y="2372121"/>
            <a:chExt cx="6318717" cy="4095352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408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目的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取得した音響データ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音響解析手法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機械学習手法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結果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まとめ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409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05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9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3439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2" name="AutoShape 22"/>
          <p:cNvSpPr/>
          <p:nvPr/>
        </p:nvSpPr>
        <p:spPr>
          <a:xfrm flipV="1">
            <a:off x="885825" y="2628900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4637793" y="1756360"/>
            <a:ext cx="9004054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機械学習手法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922911" y="584225"/>
            <a:ext cx="444217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4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04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8D6C39ED-8761-B871-03D3-19F4B030E146}"/>
              </a:ext>
            </a:extLst>
          </p:cNvPr>
          <p:cNvGrpSpPr/>
          <p:nvPr/>
        </p:nvGrpSpPr>
        <p:grpSpPr>
          <a:xfrm>
            <a:off x="10744199" y="6986063"/>
            <a:ext cx="5159375" cy="648000"/>
            <a:chOff x="1028700" y="4580357"/>
            <a:chExt cx="5159375" cy="806042"/>
          </a:xfrm>
        </p:grpSpPr>
        <p:grpSp>
          <p:nvGrpSpPr>
            <p:cNvPr id="26" name="Group 26"/>
            <p:cNvGrpSpPr/>
            <p:nvPr/>
          </p:nvGrpSpPr>
          <p:grpSpPr>
            <a:xfrm>
              <a:off x="1028700" y="4580357"/>
              <a:ext cx="5159375" cy="806042"/>
              <a:chOff x="0" y="0"/>
              <a:chExt cx="1358848" cy="21229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358848" cy="212291"/>
              </a:xfrm>
              <a:custGeom>
                <a:avLst/>
                <a:gdLst/>
                <a:ahLst/>
                <a:cxnLst/>
                <a:rect l="l" t="t" r="r" b="b"/>
                <a:pathLst>
                  <a:path w="1358848" h="212291">
                    <a:moveTo>
                      <a:pt x="0" y="0"/>
                    </a:moveTo>
                    <a:lnTo>
                      <a:pt x="1358848" y="0"/>
                    </a:lnTo>
                    <a:lnTo>
                      <a:pt x="1358848" y="212291"/>
                    </a:lnTo>
                    <a:lnTo>
                      <a:pt x="0" y="21229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64A4A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358848" cy="250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028700" y="4714154"/>
              <a:ext cx="5159375" cy="599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200" dirty="0" err="1">
                  <a:solidFill>
                    <a:srgbClr val="406D6C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AlexNet</a:t>
              </a:r>
              <a:endParaRPr lang="en-US" sz="3200" dirty="0">
                <a:solidFill>
                  <a:srgbClr val="406D6C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9FC8EB72-9308-4AFE-911D-83E8EE871EDF}"/>
              </a:ext>
            </a:extLst>
          </p:cNvPr>
          <p:cNvGrpSpPr/>
          <p:nvPr/>
        </p:nvGrpSpPr>
        <p:grpSpPr>
          <a:xfrm>
            <a:off x="10744199" y="4051010"/>
            <a:ext cx="5159375" cy="648000"/>
            <a:chOff x="6564312" y="4580357"/>
            <a:chExt cx="5159375" cy="806042"/>
          </a:xfrm>
        </p:grpSpPr>
        <p:grpSp>
          <p:nvGrpSpPr>
            <p:cNvPr id="33" name="Group 33"/>
            <p:cNvGrpSpPr/>
            <p:nvPr/>
          </p:nvGrpSpPr>
          <p:grpSpPr>
            <a:xfrm>
              <a:off x="6564312" y="4580357"/>
              <a:ext cx="5159375" cy="806042"/>
              <a:chOff x="0" y="0"/>
              <a:chExt cx="1358848" cy="21229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358848" cy="212291"/>
              </a:xfrm>
              <a:custGeom>
                <a:avLst/>
                <a:gdLst/>
                <a:ahLst/>
                <a:cxnLst/>
                <a:rect l="l" t="t" r="r" b="b"/>
                <a:pathLst>
                  <a:path w="1358848" h="212291">
                    <a:moveTo>
                      <a:pt x="0" y="0"/>
                    </a:moveTo>
                    <a:lnTo>
                      <a:pt x="1358848" y="0"/>
                    </a:lnTo>
                    <a:lnTo>
                      <a:pt x="1358848" y="212291"/>
                    </a:lnTo>
                    <a:lnTo>
                      <a:pt x="0" y="21229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64A4A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358848" cy="250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6564312" y="4714154"/>
              <a:ext cx="5159375" cy="599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406D6C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ResNet50</a:t>
              </a:r>
            </a:p>
          </p:txBody>
        </p: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34E432CE-C12C-C0E6-BADB-480B68666796}"/>
              </a:ext>
            </a:extLst>
          </p:cNvPr>
          <p:cNvGrpSpPr/>
          <p:nvPr/>
        </p:nvGrpSpPr>
        <p:grpSpPr>
          <a:xfrm>
            <a:off x="10744200" y="5547270"/>
            <a:ext cx="5159375" cy="648000"/>
            <a:chOff x="12099925" y="4580357"/>
            <a:chExt cx="5159375" cy="806042"/>
          </a:xfrm>
        </p:grpSpPr>
        <p:grpSp>
          <p:nvGrpSpPr>
            <p:cNvPr id="39" name="Group 39"/>
            <p:cNvGrpSpPr/>
            <p:nvPr/>
          </p:nvGrpSpPr>
          <p:grpSpPr>
            <a:xfrm>
              <a:off x="12099925" y="4580357"/>
              <a:ext cx="5159375" cy="806042"/>
              <a:chOff x="0" y="0"/>
              <a:chExt cx="1358848" cy="21229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358848" cy="212291"/>
              </a:xfrm>
              <a:custGeom>
                <a:avLst/>
                <a:gdLst/>
                <a:ahLst/>
                <a:cxnLst/>
                <a:rect l="l" t="t" r="r" b="b"/>
                <a:pathLst>
                  <a:path w="1358848" h="212291">
                    <a:moveTo>
                      <a:pt x="0" y="0"/>
                    </a:moveTo>
                    <a:lnTo>
                      <a:pt x="1358848" y="0"/>
                    </a:lnTo>
                    <a:lnTo>
                      <a:pt x="1358848" y="212291"/>
                    </a:lnTo>
                    <a:lnTo>
                      <a:pt x="0" y="21229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64A4A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358848" cy="250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2099925" y="4714154"/>
              <a:ext cx="5159375" cy="599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406D6C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VGG-16</a:t>
              </a:r>
            </a:p>
          </p:txBody>
        </p:sp>
      </p:grpSp>
      <p:sp>
        <p:nvSpPr>
          <p:cNvPr id="53" name="スライド番号プレースホルダー 28">
            <a:extLst>
              <a:ext uri="{FF2B5EF4-FFF2-40B4-BE49-F238E27FC236}">
                <a16:creationId xmlns:a16="http://schemas.microsoft.com/office/drawing/2014/main" id="{EA4EC364-EC93-A878-9998-47882B47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10</a:t>
            </a:fld>
            <a:endParaRPr lang="en-US" sz="48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541AEF4B-5B33-C750-BBF0-960C0F286688}"/>
              </a:ext>
            </a:extLst>
          </p:cNvPr>
          <p:cNvGrpSpPr/>
          <p:nvPr/>
        </p:nvGrpSpPr>
        <p:grpSpPr>
          <a:xfrm>
            <a:off x="1524000" y="5281157"/>
            <a:ext cx="5505450" cy="1180226"/>
            <a:chOff x="885825" y="5211529"/>
            <a:chExt cx="5505450" cy="1180226"/>
          </a:xfrm>
        </p:grpSpPr>
        <p:grpSp>
          <p:nvGrpSpPr>
            <p:cNvPr id="38" name="Group 33">
              <a:extLst>
                <a:ext uri="{FF2B5EF4-FFF2-40B4-BE49-F238E27FC236}">
                  <a16:creationId xmlns:a16="http://schemas.microsoft.com/office/drawing/2014/main" id="{3C214083-485A-395B-ED59-EC0B3F33B354}"/>
                </a:ext>
              </a:extLst>
            </p:cNvPr>
            <p:cNvGrpSpPr/>
            <p:nvPr/>
          </p:nvGrpSpPr>
          <p:grpSpPr>
            <a:xfrm>
              <a:off x="885825" y="5211529"/>
              <a:ext cx="5505450" cy="1180226"/>
              <a:chOff x="0" y="0"/>
              <a:chExt cx="1358848" cy="212291"/>
            </a:xfrm>
          </p:grpSpPr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FC162968-2906-FE80-BFB3-062496A7AA4F}"/>
                  </a:ext>
                </a:extLst>
              </p:cNvPr>
              <p:cNvSpPr/>
              <p:nvPr/>
            </p:nvSpPr>
            <p:spPr>
              <a:xfrm>
                <a:off x="0" y="0"/>
                <a:ext cx="1358848" cy="212291"/>
              </a:xfrm>
              <a:custGeom>
                <a:avLst/>
                <a:gdLst/>
                <a:ahLst/>
                <a:cxnLst/>
                <a:rect l="l" t="t" r="r" b="b"/>
                <a:pathLst>
                  <a:path w="1358848" h="212291">
                    <a:moveTo>
                      <a:pt x="0" y="0"/>
                    </a:moveTo>
                    <a:lnTo>
                      <a:pt x="1358848" y="0"/>
                    </a:lnTo>
                    <a:lnTo>
                      <a:pt x="1358848" y="212291"/>
                    </a:lnTo>
                    <a:lnTo>
                      <a:pt x="0" y="21229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64A4A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6" name="TextBox 35">
                <a:extLst>
                  <a:ext uri="{FF2B5EF4-FFF2-40B4-BE49-F238E27FC236}">
                    <a16:creationId xmlns:a16="http://schemas.microsoft.com/office/drawing/2014/main" id="{1B2A27B1-7ED0-C88A-8598-7B941A669B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8848" cy="250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44" name="TextBox 36">
              <a:extLst>
                <a:ext uri="{FF2B5EF4-FFF2-40B4-BE49-F238E27FC236}">
                  <a16:creationId xmlns:a16="http://schemas.microsoft.com/office/drawing/2014/main" id="{4F881383-1BF2-022C-A1A3-038BC473024D}"/>
                </a:ext>
              </a:extLst>
            </p:cNvPr>
            <p:cNvSpPr txBox="1"/>
            <p:nvPr/>
          </p:nvSpPr>
          <p:spPr>
            <a:xfrm>
              <a:off x="1109662" y="5336694"/>
              <a:ext cx="5057775" cy="9817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altLang="ja-JP" sz="3200" dirty="0">
                  <a:solidFill>
                    <a:srgbClr val="406D6C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CNN(</a:t>
              </a:r>
              <a:r>
                <a:rPr lang="ja-JP" altLang="en-US" sz="3200" dirty="0">
                  <a:solidFill>
                    <a:srgbClr val="406D6C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畳み込みニューラルネットワーク</a:t>
              </a:r>
              <a:r>
                <a:rPr lang="en-US" altLang="ja-JP" sz="3200" dirty="0">
                  <a:solidFill>
                    <a:srgbClr val="406D6C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)</a:t>
              </a:r>
            </a:p>
          </p:txBody>
        </p:sp>
      </p:grpSp>
      <p:sp>
        <p:nvSpPr>
          <p:cNvPr id="54" name="矢印: 右 53">
            <a:extLst>
              <a:ext uri="{FF2B5EF4-FFF2-40B4-BE49-F238E27FC236}">
                <a16:creationId xmlns:a16="http://schemas.microsoft.com/office/drawing/2014/main" id="{D3F676AD-850D-233B-3F16-38C84A06A21A}"/>
              </a:ext>
            </a:extLst>
          </p:cNvPr>
          <p:cNvSpPr/>
          <p:nvPr/>
        </p:nvSpPr>
        <p:spPr>
          <a:xfrm>
            <a:off x="8124825" y="5305526"/>
            <a:ext cx="1524000" cy="1180220"/>
          </a:xfrm>
          <a:prstGeom prst="right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C763336-7B5A-C761-B1FC-B3617169C071}"/>
              </a:ext>
            </a:extLst>
          </p:cNvPr>
          <p:cNvSpPr txBox="1"/>
          <p:nvPr/>
        </p:nvSpPr>
        <p:spPr>
          <a:xfrm>
            <a:off x="7324725" y="4636140"/>
            <a:ext cx="312420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ja-JP" altLang="en-US" sz="3600" dirty="0">
                <a:solidFill>
                  <a:srgbClr val="406D6C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中でも</a:t>
            </a:r>
            <a:r>
              <a:rPr lang="en-US" altLang="ja-JP" sz="3600" dirty="0">
                <a:solidFill>
                  <a:srgbClr val="406D6C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32377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3338756"/>
            <a:ext cx="6318717" cy="4095352"/>
            <a:chOff x="10121433" y="2372121"/>
            <a:chExt cx="6318717" cy="4095352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408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目的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取得した音響データ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音響解析手法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機械学習手法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結果</a:t>
              </a: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まとめ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409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05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11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7511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H="1" flipV="1">
            <a:off x="4342970" y="1171575"/>
            <a:ext cx="0" cy="794385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05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18754D7-3288-6E11-A196-571FE00613CF}"/>
              </a:ext>
            </a:extLst>
          </p:cNvPr>
          <p:cNvSpPr txBox="1"/>
          <p:nvPr/>
        </p:nvSpPr>
        <p:spPr>
          <a:xfrm>
            <a:off x="1127125" y="2941222"/>
            <a:ext cx="2562225" cy="62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altLang="ja-JP" sz="4800" dirty="0" err="1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AlexNet</a:t>
            </a:r>
            <a:endParaRPr lang="en-US" altLang="ja-JP" sz="4800" dirty="0"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4" name="スライド番号プレースホルダー 28">
            <a:extLst>
              <a:ext uri="{FF2B5EF4-FFF2-40B4-BE49-F238E27FC236}">
                <a16:creationId xmlns:a16="http://schemas.microsoft.com/office/drawing/2014/main" id="{2C2D0CCA-A72A-C2E4-608D-9FA84E72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12</a:t>
            </a:fld>
            <a:endParaRPr lang="en-US" sz="4800" dirty="0"/>
          </a:p>
        </p:txBody>
      </p:sp>
      <p:pic>
        <p:nvPicPr>
          <p:cNvPr id="23" name="図 22" descr="グラフ, 折れ線グラフ&#10;&#10;自動的に生成された説明">
            <a:extLst>
              <a:ext uri="{FF2B5EF4-FFF2-40B4-BE49-F238E27FC236}">
                <a16:creationId xmlns:a16="http://schemas.microsoft.com/office/drawing/2014/main" id="{7BDCB0AD-D2E5-DA1B-79DF-578ECA387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965" y="3385342"/>
            <a:ext cx="6704302" cy="5287763"/>
          </a:xfrm>
          <a:prstGeom prst="rect">
            <a:avLst/>
          </a:prstGeom>
        </p:spPr>
      </p:pic>
      <p:pic>
        <p:nvPicPr>
          <p:cNvPr id="26" name="図 25" descr="グラフ, 折れ線グラフ&#10;&#10;自動的に生成された説明">
            <a:extLst>
              <a:ext uri="{FF2B5EF4-FFF2-40B4-BE49-F238E27FC236}">
                <a16:creationId xmlns:a16="http://schemas.microsoft.com/office/drawing/2014/main" id="{60BDB8F7-0DBF-FB56-CA98-A06FA87C2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010" y="3385342"/>
            <a:ext cx="6704302" cy="52877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AF6D7BA-BB76-42FA-E2DE-0C1AE045C409}"/>
              </a:ext>
            </a:extLst>
          </p:cNvPr>
          <p:cNvSpPr txBox="1"/>
          <p:nvPr/>
        </p:nvSpPr>
        <p:spPr>
          <a:xfrm>
            <a:off x="4728407" y="1696420"/>
            <a:ext cx="4940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[acc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、</a:t>
            </a:r>
            <a:r>
              <a:rPr lang="en-US" altLang="ja-JP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loss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の推移</a:t>
            </a: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]</a:t>
            </a:r>
          </a:p>
        </p:txBody>
      </p:sp>
      <p:sp>
        <p:nvSpPr>
          <p:cNvPr id="28" name="TextBox 30">
            <a:extLst>
              <a:ext uri="{FF2B5EF4-FFF2-40B4-BE49-F238E27FC236}">
                <a16:creationId xmlns:a16="http://schemas.microsoft.com/office/drawing/2014/main" id="{0BF15AC2-6997-38A6-0430-180CB5700EE5}"/>
              </a:ext>
            </a:extLst>
          </p:cNvPr>
          <p:cNvSpPr txBox="1"/>
          <p:nvPr/>
        </p:nvSpPr>
        <p:spPr>
          <a:xfrm>
            <a:off x="4728407" y="8693460"/>
            <a:ext cx="8969498" cy="420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学習率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：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0.001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、エポック数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= 50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、バッチサイズ：</a:t>
            </a: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16</a:t>
            </a:r>
            <a:endParaRPr lang="en-US" sz="24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1A6B8E-294D-EE08-6218-2AF1FD00A2B4}"/>
              </a:ext>
            </a:extLst>
          </p:cNvPr>
          <p:cNvSpPr txBox="1"/>
          <p:nvPr/>
        </p:nvSpPr>
        <p:spPr>
          <a:xfrm>
            <a:off x="11896725" y="1402126"/>
            <a:ext cx="49402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>
              <a:spcBef>
                <a:spcPct val="0"/>
              </a:spcBef>
            </a:pPr>
            <a:r>
              <a:rPr lang="en-US" altLang="ja-JP" sz="6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Acc  :  </a:t>
            </a:r>
            <a:r>
              <a:rPr lang="en-US" altLang="ja-JP" sz="6000" dirty="0">
                <a:solidFill>
                  <a:srgbClr val="64A4A3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0.96</a:t>
            </a:r>
          </a:p>
          <a:p>
            <a:pPr marL="0" lvl="0" indent="0" algn="r">
              <a:spcBef>
                <a:spcPct val="0"/>
              </a:spcBef>
            </a:pPr>
            <a:r>
              <a:rPr lang="en-US" altLang="ja-JP" sz="6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Loss  :  0.12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H="1" flipV="1">
            <a:off x="4342970" y="1171575"/>
            <a:ext cx="0" cy="794385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05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18754D7-3288-6E11-A196-571FE00613CF}"/>
              </a:ext>
            </a:extLst>
          </p:cNvPr>
          <p:cNvSpPr txBox="1"/>
          <p:nvPr/>
        </p:nvSpPr>
        <p:spPr>
          <a:xfrm>
            <a:off x="751102" y="2941222"/>
            <a:ext cx="3215845" cy="62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altLang="ja-JP" sz="4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ResNet50</a:t>
            </a:r>
          </a:p>
        </p:txBody>
      </p:sp>
      <p:sp>
        <p:nvSpPr>
          <p:cNvPr id="27" name="スライド番号プレースホルダー 28">
            <a:extLst>
              <a:ext uri="{FF2B5EF4-FFF2-40B4-BE49-F238E27FC236}">
                <a16:creationId xmlns:a16="http://schemas.microsoft.com/office/drawing/2014/main" id="{D559FC5A-CE0D-733D-B1F8-CE9370D5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13</a:t>
            </a:fld>
            <a:endParaRPr lang="en-US" sz="4800" dirty="0"/>
          </a:p>
        </p:txBody>
      </p:sp>
      <p:pic>
        <p:nvPicPr>
          <p:cNvPr id="28" name="図 27" descr="グラフ, 折れ線グラフ&#10;&#10;自動的に生成された説明">
            <a:extLst>
              <a:ext uri="{FF2B5EF4-FFF2-40B4-BE49-F238E27FC236}">
                <a16:creationId xmlns:a16="http://schemas.microsoft.com/office/drawing/2014/main" id="{45042070-DB4A-5EBF-E73C-A16655654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982" y="3473926"/>
            <a:ext cx="6694268" cy="5279849"/>
          </a:xfrm>
          <a:prstGeom prst="rect">
            <a:avLst/>
          </a:prstGeom>
        </p:spPr>
      </p:pic>
      <p:pic>
        <p:nvPicPr>
          <p:cNvPr id="31" name="図 30" descr="グラフ, 折れ線グラフ&#10;&#10;自動的に生成された説明">
            <a:extLst>
              <a:ext uri="{FF2B5EF4-FFF2-40B4-BE49-F238E27FC236}">
                <a16:creationId xmlns:a16="http://schemas.microsoft.com/office/drawing/2014/main" id="{C26994F9-B073-228C-78EC-8931FFCBA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58" y="3504005"/>
            <a:ext cx="6655515" cy="5279849"/>
          </a:xfrm>
          <a:prstGeom prst="rect">
            <a:avLst/>
          </a:prstGeom>
        </p:spPr>
      </p:pic>
      <p:sp>
        <p:nvSpPr>
          <p:cNvPr id="22" name="TextBox 30">
            <a:extLst>
              <a:ext uri="{FF2B5EF4-FFF2-40B4-BE49-F238E27FC236}">
                <a16:creationId xmlns:a16="http://schemas.microsoft.com/office/drawing/2014/main" id="{BEF14F98-B327-6461-12EB-8260DBCD0C24}"/>
              </a:ext>
            </a:extLst>
          </p:cNvPr>
          <p:cNvSpPr txBox="1"/>
          <p:nvPr/>
        </p:nvSpPr>
        <p:spPr>
          <a:xfrm>
            <a:off x="4728407" y="8693460"/>
            <a:ext cx="8969498" cy="420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学習率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：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0.001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、エポック数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= 50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、バッチサイズ：</a:t>
            </a: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16</a:t>
            </a:r>
            <a:endParaRPr lang="en-US" sz="24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FD4874A7-D620-F387-C18A-EDE8D9A107D5}"/>
              </a:ext>
            </a:extLst>
          </p:cNvPr>
          <p:cNvSpPr txBox="1"/>
          <p:nvPr/>
        </p:nvSpPr>
        <p:spPr>
          <a:xfrm>
            <a:off x="4728407" y="1696420"/>
            <a:ext cx="4940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[acc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、</a:t>
            </a:r>
            <a:r>
              <a:rPr lang="en-US" altLang="ja-JP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loss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の推移</a:t>
            </a: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]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A296338-8A04-0B2E-F721-396629489F65}"/>
              </a:ext>
            </a:extLst>
          </p:cNvPr>
          <p:cNvSpPr txBox="1"/>
          <p:nvPr/>
        </p:nvSpPr>
        <p:spPr>
          <a:xfrm>
            <a:off x="11896725" y="1402126"/>
            <a:ext cx="49402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>
              <a:spcBef>
                <a:spcPct val="0"/>
              </a:spcBef>
            </a:pPr>
            <a:r>
              <a:rPr lang="en-US" altLang="ja-JP" sz="6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Acc  :  </a:t>
            </a:r>
            <a:r>
              <a:rPr lang="en-US" altLang="ja-JP" sz="6000" dirty="0">
                <a:solidFill>
                  <a:srgbClr val="64A4A3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0.97</a:t>
            </a:r>
          </a:p>
          <a:p>
            <a:pPr marL="0" lvl="0" indent="0" algn="r">
              <a:spcBef>
                <a:spcPct val="0"/>
              </a:spcBef>
            </a:pPr>
            <a:r>
              <a:rPr lang="en-US" altLang="ja-JP" sz="6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Loss  :  0.16</a:t>
            </a:r>
          </a:p>
        </p:txBody>
      </p:sp>
    </p:spTree>
    <p:extLst>
      <p:ext uri="{BB962C8B-B14F-4D97-AF65-F5344CB8AC3E}">
        <p14:creationId xmlns:p14="http://schemas.microsoft.com/office/powerpoint/2010/main" val="276273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H="1" flipV="1">
            <a:off x="4342970" y="1171575"/>
            <a:ext cx="0" cy="794385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05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18754D7-3288-6E11-A196-571FE00613CF}"/>
              </a:ext>
            </a:extLst>
          </p:cNvPr>
          <p:cNvSpPr txBox="1"/>
          <p:nvPr/>
        </p:nvSpPr>
        <p:spPr>
          <a:xfrm>
            <a:off x="1127125" y="2941222"/>
            <a:ext cx="2562225" cy="62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altLang="ja-JP" sz="48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VGG-16</a:t>
            </a:r>
          </a:p>
        </p:txBody>
      </p:sp>
      <p:sp>
        <p:nvSpPr>
          <p:cNvPr id="22" name="スライド番号プレースホルダー 28">
            <a:extLst>
              <a:ext uri="{FF2B5EF4-FFF2-40B4-BE49-F238E27FC236}">
                <a16:creationId xmlns:a16="http://schemas.microsoft.com/office/drawing/2014/main" id="{8B0A9C98-2681-1483-D606-24A10E74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14</a:t>
            </a:fld>
            <a:endParaRPr lang="en-US" sz="4800" dirty="0"/>
          </a:p>
        </p:txBody>
      </p:sp>
      <p:pic>
        <p:nvPicPr>
          <p:cNvPr id="26" name="図 25" descr="グラフ, 折れ線グラフ&#10;&#10;自動的に生成された説明">
            <a:extLst>
              <a:ext uri="{FF2B5EF4-FFF2-40B4-BE49-F238E27FC236}">
                <a16:creationId xmlns:a16="http://schemas.microsoft.com/office/drawing/2014/main" id="{5B7F428E-87EC-0F10-4437-4A4CAA3A8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745" y="3427427"/>
            <a:ext cx="6734741" cy="5311771"/>
          </a:xfrm>
          <a:prstGeom prst="rect">
            <a:avLst/>
          </a:prstGeom>
        </p:spPr>
      </p:pic>
      <p:pic>
        <p:nvPicPr>
          <p:cNvPr id="31" name="図 30" descr="グラフ, 折れ線グラフ&#10;&#10;自動的に生成された説明">
            <a:extLst>
              <a:ext uri="{FF2B5EF4-FFF2-40B4-BE49-F238E27FC236}">
                <a16:creationId xmlns:a16="http://schemas.microsoft.com/office/drawing/2014/main" id="{459025A9-8B61-8FD7-B96D-6FBF28863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31" y="3427427"/>
            <a:ext cx="6734741" cy="5311771"/>
          </a:xfrm>
          <a:prstGeom prst="rect">
            <a:avLst/>
          </a:prstGeom>
        </p:spPr>
      </p:pic>
      <p:sp>
        <p:nvSpPr>
          <p:cNvPr id="23" name="TextBox 30">
            <a:extLst>
              <a:ext uri="{FF2B5EF4-FFF2-40B4-BE49-F238E27FC236}">
                <a16:creationId xmlns:a16="http://schemas.microsoft.com/office/drawing/2014/main" id="{CFC18EF3-C7E7-9B50-1F5A-54857491606F}"/>
              </a:ext>
            </a:extLst>
          </p:cNvPr>
          <p:cNvSpPr txBox="1"/>
          <p:nvPr/>
        </p:nvSpPr>
        <p:spPr>
          <a:xfrm>
            <a:off x="4728407" y="8693460"/>
            <a:ext cx="8969498" cy="420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学習率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：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0.001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、エポック数</a:t>
            </a:r>
            <a:r>
              <a:rPr 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 = 50</a:t>
            </a:r>
            <a:r>
              <a:rPr lang="ja-JP" altLang="en-US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、バッチサイズ：</a:t>
            </a:r>
            <a:r>
              <a:rPr lang="en-US" altLang="ja-JP" sz="24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16</a:t>
            </a:r>
            <a:endParaRPr lang="en-US" sz="24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BFDD5D34-8356-B4F6-B739-B74623EC9892}"/>
              </a:ext>
            </a:extLst>
          </p:cNvPr>
          <p:cNvSpPr txBox="1"/>
          <p:nvPr/>
        </p:nvSpPr>
        <p:spPr>
          <a:xfrm>
            <a:off x="4728407" y="1696420"/>
            <a:ext cx="4940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[acc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、</a:t>
            </a:r>
            <a:r>
              <a:rPr lang="en-US" altLang="ja-JP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loss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の推移</a:t>
            </a: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]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FF9179F-146E-34F2-9735-042E7841C41D}"/>
              </a:ext>
            </a:extLst>
          </p:cNvPr>
          <p:cNvSpPr txBox="1"/>
          <p:nvPr/>
        </p:nvSpPr>
        <p:spPr>
          <a:xfrm>
            <a:off x="11896725" y="1402126"/>
            <a:ext cx="49402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>
              <a:spcBef>
                <a:spcPct val="0"/>
              </a:spcBef>
            </a:pPr>
            <a:r>
              <a:rPr lang="en-US" altLang="ja-JP" sz="6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Acc  :  </a:t>
            </a:r>
            <a:r>
              <a:rPr lang="en-US" altLang="ja-JP" sz="6000" dirty="0">
                <a:solidFill>
                  <a:srgbClr val="64A4A3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0.97</a:t>
            </a:r>
          </a:p>
          <a:p>
            <a:pPr marL="0" lvl="0" indent="0" algn="r">
              <a:spcBef>
                <a:spcPct val="0"/>
              </a:spcBef>
            </a:pPr>
            <a:r>
              <a:rPr lang="en-US" altLang="ja-JP" sz="6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Loss  :  0.10</a:t>
            </a:r>
          </a:p>
        </p:txBody>
      </p:sp>
    </p:spTree>
    <p:extLst>
      <p:ext uri="{BB962C8B-B14F-4D97-AF65-F5344CB8AC3E}">
        <p14:creationId xmlns:p14="http://schemas.microsoft.com/office/powerpoint/2010/main" val="1783300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772592" y="3338756"/>
            <a:ext cx="6318717" cy="4095352"/>
            <a:chOff x="10121433" y="2372121"/>
            <a:chExt cx="6318717" cy="4095352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408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目的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取得した音響データ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音響解析手法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機械学習手法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結果</a:t>
              </a:r>
              <a:endParaRPr lang="en-US" altLang="ja-JP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まとめ</a:t>
              </a:r>
              <a:endParaRPr 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409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05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15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135696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2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まとめ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06</a:t>
            </a:r>
          </a:p>
        </p:txBody>
      </p:sp>
      <p:sp>
        <p:nvSpPr>
          <p:cNvPr id="23" name="スライド番号プレースホルダー 28">
            <a:extLst>
              <a:ext uri="{FF2B5EF4-FFF2-40B4-BE49-F238E27FC236}">
                <a16:creationId xmlns:a16="http://schemas.microsoft.com/office/drawing/2014/main" id="{EB6B76B5-1EE6-260F-362E-0E77ACBB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16</a:t>
            </a:fld>
            <a:endParaRPr lang="en-US" sz="4800" dirty="0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9EDB21BA-E644-9054-428F-9410693E2DF2}"/>
              </a:ext>
            </a:extLst>
          </p:cNvPr>
          <p:cNvGrpSpPr/>
          <p:nvPr/>
        </p:nvGrpSpPr>
        <p:grpSpPr>
          <a:xfrm>
            <a:off x="1806472" y="4978801"/>
            <a:ext cx="14675055" cy="1767215"/>
            <a:chOff x="10121433" y="2372121"/>
            <a:chExt cx="6318717" cy="1767215"/>
          </a:xfrm>
        </p:grpSpPr>
        <p:sp>
          <p:nvSpPr>
            <p:cNvPr id="33" name="TextBox 22">
              <a:extLst>
                <a:ext uri="{FF2B5EF4-FFF2-40B4-BE49-F238E27FC236}">
                  <a16:creationId xmlns:a16="http://schemas.microsoft.com/office/drawing/2014/main" id="{AB751958-B8BC-2491-A029-8F5AF50FD759}"/>
                </a:ext>
              </a:extLst>
            </p:cNvPr>
            <p:cNvSpPr txBox="1"/>
            <p:nvPr/>
          </p:nvSpPr>
          <p:spPr>
            <a:xfrm>
              <a:off x="10928834" y="2372121"/>
              <a:ext cx="5511316" cy="17489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0"/>
                </a:spcBef>
              </a:pP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モデル間の</a:t>
              </a:r>
              <a:r>
                <a:rPr lang="en-US" altLang="ja-JP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Acc</a:t>
              </a: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、</a:t>
              </a:r>
              <a:r>
                <a:rPr lang="en-US" altLang="ja-JP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Loss</a:t>
              </a: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の値に有意な差はみられなかった</a:t>
              </a:r>
              <a:endParaRPr lang="en-US" altLang="ja-JP" sz="4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ja-JP" altLang="en-US" sz="4000" dirty="0"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適切なパラメータを設定することが大事</a:t>
              </a:r>
              <a:endParaRPr lang="en-US" altLang="ja-JP" sz="4000" dirty="0"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4" name="TextBox 23">
              <a:extLst>
                <a:ext uri="{FF2B5EF4-FFF2-40B4-BE49-F238E27FC236}">
                  <a16:creationId xmlns:a16="http://schemas.microsoft.com/office/drawing/2014/main" id="{8BADC78C-335F-2CC6-79A7-95A697C75411}"/>
                </a:ext>
              </a:extLst>
            </p:cNvPr>
            <p:cNvSpPr txBox="1"/>
            <p:nvPr/>
          </p:nvSpPr>
          <p:spPr>
            <a:xfrm>
              <a:off x="10121433" y="2372121"/>
              <a:ext cx="532249" cy="17672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40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ct val="150000"/>
                </a:lnSpc>
              </a:pPr>
              <a:r>
                <a:rPr lang="en-US" sz="4000" dirty="0">
                  <a:solidFill>
                    <a:srgbClr val="64A4A3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4918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16325" y="4662203"/>
            <a:ext cx="11033125" cy="962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 err="1">
                <a:solidFill>
                  <a:srgbClr val="406D6C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ご静聴ありがとうございました</a:t>
            </a:r>
            <a:endParaRPr lang="en-US" sz="5600" dirty="0">
              <a:solidFill>
                <a:srgbClr val="406D6C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6715</TotalTime>
  <Words>392</Words>
  <Application>Microsoft Office PowerPoint</Application>
  <PresentationFormat>ユーザー設定</PresentationFormat>
  <Paragraphs>167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8" baseType="lpstr">
      <vt:lpstr>Source Han Sans JP</vt:lpstr>
      <vt:lpstr>Century Gothic Paneuropean</vt:lpstr>
      <vt:lpstr>Now Medium</vt:lpstr>
      <vt:lpstr>Arial</vt:lpstr>
      <vt:lpstr>Calibri</vt:lpstr>
      <vt:lpstr>Now</vt:lpstr>
      <vt:lpstr>Source Han Sans JP Bold</vt:lpstr>
      <vt:lpstr>游ゴシック</vt:lpstr>
      <vt:lpstr>Source Han Sans JP Medium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cp:lastModifiedBy>柴崎　陸</cp:lastModifiedBy>
  <cp:revision>1</cp:revision>
  <dcterms:created xsi:type="dcterms:W3CDTF">2006-08-16T00:00:00Z</dcterms:created>
  <dcterms:modified xsi:type="dcterms:W3CDTF">2024-07-18T04:24:23Z</dcterms:modified>
  <dc:identifier>DAGKJCfN4aw</dc:identifier>
</cp:coreProperties>
</file>